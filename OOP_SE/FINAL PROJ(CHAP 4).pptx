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92" r:id="rId3"/>
    <p:sldId id="293" r:id="rId5"/>
    <p:sldId id="309" r:id="rId6"/>
    <p:sldId id="264" r:id="rId7"/>
    <p:sldId id="310" r:id="rId8"/>
    <p:sldId id="262" r:id="rId9"/>
    <p:sldId id="311" r:id="rId10"/>
    <p:sldId id="313" r:id="rId11"/>
    <p:sldId id="312" r:id="rId12"/>
    <p:sldId id="266" r:id="rId13"/>
    <p:sldId id="300" r:id="rId14"/>
    <p:sldId id="295" r:id="rId15"/>
    <p:sldId id="302" r:id="rId16"/>
    <p:sldId id="269" r:id="rId17"/>
    <p:sldId id="314" r:id="rId18"/>
    <p:sldId id="270" r:id="rId19"/>
    <p:sldId id="285" r:id="rId20"/>
    <p:sldId id="315" r:id="rId21"/>
    <p:sldId id="316" r:id="rId22"/>
    <p:sldId id="271" r:id="rId23"/>
    <p:sldId id="307" r:id="rId24"/>
    <p:sldId id="317" r:id="rId25"/>
    <p:sldId id="276" r:id="rId26"/>
    <p:sldId id="289" r:id="rId27"/>
    <p:sldId id="291" r:id="rId28"/>
    <p:sldId id="290" r:id="rId29"/>
    <p:sldId id="333" r:id="rId30"/>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FF"/>
    <a:srgbClr val="6600CC"/>
    <a:srgbClr val="000099"/>
    <a:srgbClr val="0000CC"/>
    <a:srgbClr val="006600"/>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1" d="100"/>
          <a:sy n="61" d="100"/>
        </p:scale>
        <p:origin x="1572"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cs typeface="Arial" panose="020B0604020202020204" pitchFamily="34" charset="0"/>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8B0C5A20-8E58-4821-9C19-F9D1BC6A5E0F}" type="datetimeFigureOut">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fld>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Edit Master text styles</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Second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Third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Fourth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Fifth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EBD7E5A0-1AFC-4E4C-AE9E-1AEE2CCFAAB2}" type="slidenum">
              <a:rPr kumimoji="0" lang="en-US"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Slide Image Placeholder 1"/>
          <p:cNvSpPr>
            <a:spLocks noGrp="1" noRot="1" noChangeAspect="1" noTextEdit="1"/>
          </p:cNvSpPr>
          <p:nvPr>
            <p:ph type="sldImg"/>
          </p:nvPr>
        </p:nvSpPr>
        <p:spPr>
          <a:ln>
            <a:solidFill>
              <a:srgbClr val="000000">
                <a:alpha val="100000"/>
              </a:srgbClr>
            </a:solidFill>
            <a:miter lim="800000"/>
          </a:ln>
        </p:spPr>
      </p:sp>
      <p:sp>
        <p:nvSpPr>
          <p:cNvPr id="4099" name="Notes Placeholder 2"/>
          <p:cNvSpPr>
            <a:spLocks noGrp="1"/>
          </p:cNvSpPr>
          <p:nvPr>
            <p:ph type="body" idx="1"/>
          </p:nvPr>
        </p:nvSpPr>
        <p:spPr>
          <a:noFill/>
          <a:ln>
            <a:noFill/>
          </a:ln>
        </p:spPr>
        <p:txBody>
          <a:bodyPr wrap="square" lIns="91440" tIns="45720" rIns="91440" bIns="45720" anchor="t" anchorCtr="0"/>
          <a:p>
            <a:pPr lvl="0"/>
            <a:endParaRPr lang="en-US" altLang="en-US" dirty="0"/>
          </a:p>
        </p:txBody>
      </p:sp>
      <p:sp>
        <p:nvSpPr>
          <p:cNvPr id="4100"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fld id="{9A0DB2DC-4C9A-4742-B13C-FB6460FD3503}" type="slidenum">
              <a:rPr lang="en-US" altLang="en-US" sz="1200" dirty="0"/>
            </a:fld>
            <a:endParaRPr lang="en-US" alt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Slide Image Placeholder 1"/>
          <p:cNvSpPr>
            <a:spLocks noGrp="1" noRot="1" noChangeAspect="1" noTextEdit="1"/>
          </p:cNvSpPr>
          <p:nvPr>
            <p:ph type="sldImg"/>
          </p:nvPr>
        </p:nvSpPr>
        <p:spPr>
          <a:ln>
            <a:solidFill>
              <a:srgbClr val="000000">
                <a:alpha val="100000"/>
              </a:srgbClr>
            </a:solidFill>
            <a:miter lim="800000"/>
          </a:ln>
        </p:spPr>
      </p:sp>
      <p:sp>
        <p:nvSpPr>
          <p:cNvPr id="14339"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en-US" altLang="en-US" dirty="0"/>
          </a:p>
        </p:txBody>
      </p:sp>
      <p:sp>
        <p:nvSpPr>
          <p:cNvPr id="14340"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fld id="{9A0DB2DC-4C9A-4742-B13C-FB6460FD3503}" type="slidenum">
              <a:rPr lang="en-US" altLang="en-US" sz="1200" dirty="0"/>
            </a:fld>
            <a:endParaRPr lang="en-US"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AF88CA3-E070-4289-A846-E8F614CFB4A9}"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25C64C5-3F71-4B31-BFFF-2A8EB893FFE4}"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AF88CA3-E070-4289-A846-E8F614CFB4A9}"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25C64C5-3F71-4B31-BFFF-2A8EB893FFE4}"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AF88CA3-E070-4289-A846-E8F614CFB4A9}"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25C64C5-3F71-4B31-BFFF-2A8EB893FFE4}"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AF88CA3-E070-4289-A846-E8F614CFB4A9}"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25C64C5-3F71-4B31-BFFF-2A8EB893FFE4}"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AF88CA3-E070-4289-A846-E8F614CFB4A9}"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25C64C5-3F71-4B31-BFFF-2A8EB893FFE4}"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AF88CA3-E070-4289-A846-E8F614CFB4A9}"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25C64C5-3F71-4B31-BFFF-2A8EB893FFE4}"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AF88CA3-E070-4289-A846-E8F614CFB4A9}"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25C64C5-3F71-4B31-BFFF-2A8EB893FFE4}"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AF88CA3-E070-4289-A846-E8F614CFB4A9}"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25C64C5-3F71-4B31-BFFF-2A8EB893FFE4}"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AF88CA3-E070-4289-A846-E8F614CFB4A9}"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25C64C5-3F71-4B31-BFFF-2A8EB893FFE4}"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AF88CA3-E070-4289-A846-E8F614CFB4A9}"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25C64C5-3F71-4B31-BFFF-2A8EB893FFE4}"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AF88CA3-E070-4289-A846-E8F614CFB4A9}"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25C64C5-3F71-4B31-BFFF-2A8EB893FFE4}"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Title Placeholder 1"/>
          <p:cNvSpPr>
            <a:spLocks noGrp="1"/>
          </p:cNvSpPr>
          <p:nvPr>
            <p:ph type="title"/>
          </p:nvPr>
        </p:nvSpPr>
        <p:spPr>
          <a:xfrm>
            <a:off x="457200" y="274638"/>
            <a:ext cx="8229600" cy="1143000"/>
          </a:xfrm>
          <a:prstGeom prst="rect">
            <a:avLst/>
          </a:prstGeom>
          <a:noFill/>
          <a:ln w="9525">
            <a:noFill/>
          </a:ln>
        </p:spPr>
        <p:txBody>
          <a:bodyPr anchor="ctr" anchorCtr="0"/>
          <a:p>
            <a:pPr lvl="0"/>
            <a:r>
              <a:rPr lang="en-US" altLang="en-US" dirty="0"/>
              <a:t>Click to edit Master title style</a:t>
            </a:r>
            <a:endParaRPr lang="en-US" altLang="en-US" dirty="0"/>
          </a:p>
        </p:txBody>
      </p:sp>
      <p:sp>
        <p:nvSpPr>
          <p:cNvPr id="1027" name="Text Placeholder 2"/>
          <p:cNvSpPr>
            <a:spLocks noGrp="1"/>
          </p:cNvSpPr>
          <p:nvPr>
            <p:ph type="body" idx="1"/>
          </p:nvPr>
        </p:nvSpPr>
        <p:spPr>
          <a:xfrm>
            <a:off x="457200" y="1600200"/>
            <a:ext cx="8229600" cy="4525963"/>
          </a:xfrm>
          <a:prstGeom prst="rect">
            <a:avLst/>
          </a:prstGeom>
          <a:noFill/>
          <a:ln w="9525">
            <a:noFill/>
          </a:ln>
        </p:spPr>
        <p:txBody>
          <a:bodyPr/>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8AF88CA3-E070-4289-A846-E8F614CFB4A9}"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latin typeface="Calibri" panose="020F050202020403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725C64C5-3F71-4B31-BFFF-2A8EB893FFE4}"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run/media/eyu/New Volume1/Modules/OOP_SE/http:/www.agilemodeling.com/images/style/classDiagramAnalysisVsDesign.gif" TargetMode="Externa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Title 1"/>
          <p:cNvSpPr>
            <a:spLocks noGrp="1"/>
          </p:cNvSpPr>
          <p:nvPr>
            <p:ph type="title"/>
          </p:nvPr>
        </p:nvSpPr>
        <p:spPr>
          <a:ln/>
        </p:spPr>
        <p:txBody>
          <a:bodyPr vert="horz" wrap="square" lIns="91440" tIns="45720" rIns="91440" bIns="45720" anchor="ctr" anchorCtr="0"/>
          <a:p>
            <a:r>
              <a:rPr lang="en-US" altLang="en-US" sz="3200" b="1" dirty="0">
                <a:solidFill>
                  <a:srgbClr val="0000FF"/>
                </a:solidFill>
                <a:latin typeface="Times New Roman" panose="02020603050405020304" pitchFamily="18" charset="0"/>
                <a:cs typeface="Times New Roman" panose="02020603050405020304" pitchFamily="18" charset="0"/>
              </a:rPr>
              <a:t>CHAPTER FOUR </a:t>
            </a:r>
            <a:endParaRPr lang="en-US" altLang="en-US" sz="3200" b="1" dirty="0">
              <a:solidFill>
                <a:srgbClr val="0000FF"/>
              </a:solidFill>
              <a:latin typeface="Times New Roman" panose="02020603050405020304" pitchFamily="18" charset="0"/>
              <a:ea typeface="Times New Roman" panose="02020603050405020304" pitchFamily="18" charset="0"/>
            </a:endParaRPr>
          </a:p>
        </p:txBody>
      </p:sp>
      <p:sp>
        <p:nvSpPr>
          <p:cNvPr id="3075" name="Content Placeholder 2"/>
          <p:cNvSpPr>
            <a:spLocks noGrp="1"/>
          </p:cNvSpPr>
          <p:nvPr>
            <p:ph idx="1"/>
          </p:nvPr>
        </p:nvSpPr>
        <p:spPr>
          <a:xfrm>
            <a:off x="457200" y="2667000"/>
            <a:ext cx="8229600" cy="3459163"/>
          </a:xfrm>
          <a:ln/>
        </p:spPr>
        <p:txBody>
          <a:bodyPr vert="horz" wrap="square" lIns="91440" tIns="45720" rIns="91440" bIns="45720" anchor="t" anchorCtr="0"/>
          <a:p>
            <a:pPr marL="0" indent="0" algn="ctr">
              <a:buNone/>
            </a:pPr>
            <a:endParaRPr lang="en-US" altLang="en-US" sz="3600" b="1" dirty="0">
              <a:solidFill>
                <a:srgbClr val="0000FF"/>
              </a:solidFill>
              <a:latin typeface="Times New Roman" panose="02020603050405020304" pitchFamily="18" charset="0"/>
              <a:cs typeface="Times New Roman" panose="02020603050405020304" pitchFamily="18" charset="0"/>
            </a:endParaRPr>
          </a:p>
          <a:p>
            <a:pPr marL="0" indent="0" algn="ctr">
              <a:buNone/>
            </a:pPr>
            <a:endParaRPr lang="en-US" altLang="en-US" sz="3600" b="1" dirty="0">
              <a:solidFill>
                <a:srgbClr val="0000FF"/>
              </a:solidFill>
              <a:latin typeface="Times New Roman" panose="02020603050405020304" pitchFamily="18" charset="0"/>
              <a:cs typeface="Times New Roman" panose="02020603050405020304" pitchFamily="18" charset="0"/>
            </a:endParaRPr>
          </a:p>
          <a:p>
            <a:pPr marL="0" indent="0" algn="ctr">
              <a:buNone/>
            </a:pPr>
            <a:r>
              <a:rPr lang="en-US" altLang="en-US" sz="3600" b="1" dirty="0">
                <a:solidFill>
                  <a:srgbClr val="0000FF"/>
                </a:solidFill>
                <a:latin typeface="Times New Roman" panose="02020603050405020304" pitchFamily="18" charset="0"/>
                <a:cs typeface="Times New Roman" panose="02020603050405020304" pitchFamily="18" charset="0"/>
              </a:rPr>
              <a:t>SYSTEM DESIGN </a:t>
            </a:r>
            <a:endParaRPr lang="en-US" altLang="en-US" sz="3600" b="1" dirty="0">
              <a:solidFill>
                <a:srgbClr val="0000FF"/>
              </a:solidFill>
              <a:latin typeface="Times New Roman" panose="02020603050405020304" pitchFamily="18" charset="0"/>
              <a:ea typeface="Times New Roman" panose="02020603050405020304" pitchFamily="18" charset="0"/>
            </a:endParaRPr>
          </a:p>
        </p:txBody>
      </p:sp>
      <p:sp>
        <p:nvSpPr>
          <p:cNvPr id="3076"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Content Placeholder 2"/>
          <p:cNvSpPr>
            <a:spLocks noGrp="1"/>
          </p:cNvSpPr>
          <p:nvPr>
            <p:ph idx="1"/>
          </p:nvPr>
        </p:nvSpPr>
        <p:spPr>
          <a:xfrm>
            <a:off x="0" y="0"/>
            <a:ext cx="9144000" cy="6858000"/>
          </a:xfrm>
          <a:ln/>
        </p:spPr>
        <p:txBody>
          <a:bodyPr vert="horz" wrap="square" lIns="91440" tIns="45720" rIns="91440" bIns="45720" anchor="t" anchorCtr="0"/>
          <a:p>
            <a:pPr eaLnBrk="1" hangingPunct="1">
              <a:spcBef>
                <a:spcPts val="600"/>
              </a:spcBef>
              <a:buNone/>
            </a:pPr>
            <a:r>
              <a:rPr lang="en-US" altLang="en-US" sz="3600" b="1" i="1" dirty="0">
                <a:solidFill>
                  <a:srgbClr val="FF0000"/>
                </a:solidFill>
                <a:latin typeface="Times New Roman" panose="02020603050405020304" pitchFamily="18" charset="0"/>
                <a:cs typeface="Times New Roman" panose="02020603050405020304" pitchFamily="18" charset="0"/>
              </a:rPr>
              <a:t>4.1 Overview of System Design  </a:t>
            </a:r>
            <a:endParaRPr lang="en-US" altLang="en-US" sz="3600" b="1" i="1" dirty="0">
              <a:solidFill>
                <a:srgbClr val="FF0000"/>
              </a:solidFill>
              <a:latin typeface="Times New Roman" panose="02020603050405020304" pitchFamily="18" charset="0"/>
              <a:cs typeface="Times New Roman" panose="02020603050405020304" pitchFamily="18" charset="0"/>
            </a:endParaRPr>
          </a:p>
          <a:p>
            <a:pPr eaLnBrk="1" hangingPunct="1">
              <a:spcBef>
                <a:spcPts val="600"/>
              </a:spcBef>
              <a:buNone/>
            </a:pPr>
            <a:r>
              <a:rPr lang="en-US" altLang="en-US" sz="3600" b="1" i="1" dirty="0">
                <a:solidFill>
                  <a:srgbClr val="FF0000"/>
                </a:solidFill>
                <a:latin typeface="Times New Roman" panose="02020603050405020304" pitchFamily="18" charset="0"/>
                <a:cs typeface="Times New Roman" panose="02020603050405020304" pitchFamily="18" charset="0"/>
              </a:rPr>
              <a:t>4.2 Design Goals or purpose of system design </a:t>
            </a:r>
            <a:endParaRPr lang="en-US" altLang="en-US" sz="3600" b="1" i="1" dirty="0">
              <a:solidFill>
                <a:srgbClr val="FF0000"/>
              </a:solidFill>
              <a:latin typeface="Times New Roman" panose="02020603050405020304" pitchFamily="18" charset="0"/>
              <a:cs typeface="Times New Roman" panose="02020603050405020304" pitchFamily="18" charset="0"/>
            </a:endParaRPr>
          </a:p>
          <a:p>
            <a:pPr eaLnBrk="1" hangingPunct="1">
              <a:spcBef>
                <a:spcPts val="600"/>
              </a:spcBef>
              <a:buNone/>
            </a:pPr>
            <a:r>
              <a:rPr lang="en-US" altLang="en-US" sz="3600" b="1" i="1" dirty="0">
                <a:solidFill>
                  <a:srgbClr val="000099"/>
                </a:solidFill>
                <a:latin typeface="Times New Roman" panose="02020603050405020304" pitchFamily="18" charset="0"/>
                <a:cs typeface="Times New Roman" panose="02020603050405020304" pitchFamily="18" charset="0"/>
              </a:rPr>
              <a:t>4.3 Architecture of System Design</a:t>
            </a:r>
            <a:endParaRPr lang="en-US" altLang="en-US" sz="3600" b="1" i="1" dirty="0">
              <a:solidFill>
                <a:srgbClr val="000099"/>
              </a:solidFill>
              <a:latin typeface="Times New Roman" panose="02020603050405020304" pitchFamily="18" charset="0"/>
              <a:cs typeface="Times New Roman" panose="02020603050405020304" pitchFamily="18" charset="0"/>
            </a:endParaRPr>
          </a:p>
          <a:p>
            <a:pPr eaLnBrk="1" hangingPunct="1">
              <a:spcBef>
                <a:spcPts val="600"/>
              </a:spcBef>
              <a:buNone/>
            </a:pPr>
            <a:r>
              <a:rPr lang="en-US" altLang="en-US" sz="3600" b="1" i="1" dirty="0">
                <a:solidFill>
                  <a:srgbClr val="000099"/>
                </a:solidFill>
                <a:latin typeface="Times New Roman" panose="02020603050405020304" pitchFamily="18" charset="0"/>
                <a:cs typeface="Times New Roman" panose="02020603050405020304" pitchFamily="18" charset="0"/>
              </a:rPr>
              <a:t>	4.3.1 Architectural Style</a:t>
            </a:r>
            <a:endParaRPr lang="en-US" altLang="en-US" sz="3600" b="1" i="1" dirty="0">
              <a:solidFill>
                <a:srgbClr val="000099"/>
              </a:solidFill>
              <a:latin typeface="Times New Roman" panose="02020603050405020304" pitchFamily="18" charset="0"/>
              <a:cs typeface="Times New Roman" panose="02020603050405020304" pitchFamily="18" charset="0"/>
            </a:endParaRPr>
          </a:p>
          <a:p>
            <a:pPr eaLnBrk="1" hangingPunct="1">
              <a:spcBef>
                <a:spcPts val="600"/>
              </a:spcBef>
              <a:buNone/>
            </a:pPr>
            <a:r>
              <a:rPr lang="en-US" altLang="en-US" sz="3600" b="1" i="1" dirty="0">
                <a:solidFill>
                  <a:srgbClr val="000099"/>
                </a:solidFill>
                <a:latin typeface="Times New Roman" panose="02020603050405020304" pitchFamily="18" charset="0"/>
                <a:cs typeface="Times New Roman" panose="02020603050405020304" pitchFamily="18" charset="0"/>
              </a:rPr>
              <a:t>	4.3.2 System Process</a:t>
            </a:r>
            <a:endParaRPr lang="en-US" altLang="en-US" sz="3600" b="1" i="1" dirty="0">
              <a:solidFill>
                <a:srgbClr val="000099"/>
              </a:solidFill>
              <a:latin typeface="Times New Roman" panose="02020603050405020304" pitchFamily="18" charset="0"/>
              <a:cs typeface="Times New Roman" panose="02020603050405020304" pitchFamily="18" charset="0"/>
            </a:endParaRPr>
          </a:p>
          <a:p>
            <a:pPr eaLnBrk="1" hangingPunct="1">
              <a:spcBef>
                <a:spcPts val="600"/>
              </a:spcBef>
              <a:buNone/>
            </a:pPr>
            <a:r>
              <a:rPr lang="en-US" altLang="en-US" sz="3600" b="1" i="1" dirty="0">
                <a:solidFill>
                  <a:srgbClr val="000099"/>
                </a:solidFill>
                <a:latin typeface="Times New Roman" panose="02020603050405020304" pitchFamily="18" charset="0"/>
                <a:cs typeface="Times New Roman" panose="02020603050405020304" pitchFamily="18" charset="0"/>
              </a:rPr>
              <a:t>	4.3.3 System Decomposition </a:t>
            </a:r>
            <a:endParaRPr lang="en-US" altLang="en-US" sz="3600" b="1" i="1" dirty="0">
              <a:solidFill>
                <a:srgbClr val="000099"/>
              </a:solidFill>
              <a:latin typeface="Times New Roman" panose="02020603050405020304" pitchFamily="18" charset="0"/>
              <a:cs typeface="Times New Roman" panose="02020603050405020304" pitchFamily="18" charset="0"/>
            </a:endParaRPr>
          </a:p>
          <a:p>
            <a:pPr eaLnBrk="1" hangingPunct="1">
              <a:spcBef>
                <a:spcPts val="600"/>
              </a:spcBef>
              <a:buNone/>
            </a:pPr>
            <a:r>
              <a:rPr lang="en-US" altLang="en-US" sz="3600" b="1" i="1" dirty="0">
                <a:solidFill>
                  <a:srgbClr val="000099"/>
                </a:solidFill>
                <a:latin typeface="Times New Roman" panose="02020603050405020304" pitchFamily="18" charset="0"/>
                <a:cs typeface="Times New Roman" panose="02020603050405020304" pitchFamily="18" charset="0"/>
              </a:rPr>
              <a:t>		4.3.3.1 Subsystem Description</a:t>
            </a:r>
            <a:endParaRPr lang="en-US" altLang="en-US" sz="3600" b="1" i="1" dirty="0">
              <a:solidFill>
                <a:srgbClr val="000099"/>
              </a:solidFill>
              <a:latin typeface="Times New Roman" panose="02020603050405020304" pitchFamily="18" charset="0"/>
              <a:cs typeface="Times New Roman" panose="02020603050405020304" pitchFamily="18" charset="0"/>
            </a:endParaRPr>
          </a:p>
          <a:p>
            <a:pPr eaLnBrk="1" hangingPunct="1">
              <a:spcBef>
                <a:spcPts val="600"/>
              </a:spcBef>
              <a:buNone/>
            </a:pPr>
            <a:r>
              <a:rPr lang="en-US" altLang="en-US" sz="3600" b="1" i="1" dirty="0">
                <a:solidFill>
                  <a:srgbClr val="000099"/>
                </a:solidFill>
                <a:latin typeface="Times New Roman" panose="02020603050405020304" pitchFamily="18" charset="0"/>
                <a:cs typeface="Times New Roman" panose="02020603050405020304" pitchFamily="18" charset="0"/>
              </a:rPr>
              <a:t>	4.3.4 Hardware/Software Mapping </a:t>
            </a:r>
            <a:endParaRPr lang="en-US" altLang="en-US" sz="3600" b="1" i="1" dirty="0">
              <a:solidFill>
                <a:srgbClr val="000099"/>
              </a:solidFill>
              <a:latin typeface="Times New Roman" panose="02020603050405020304" pitchFamily="18" charset="0"/>
              <a:cs typeface="Times New Roman" panose="02020603050405020304" pitchFamily="18" charset="0"/>
            </a:endParaRPr>
          </a:p>
          <a:p>
            <a:pPr eaLnBrk="1" hangingPunct="1">
              <a:spcBef>
                <a:spcPts val="600"/>
              </a:spcBef>
              <a:buNone/>
            </a:pPr>
            <a:r>
              <a:rPr lang="en-US" altLang="en-US" sz="3600" b="1" i="1" dirty="0">
                <a:solidFill>
                  <a:srgbClr val="FF0000"/>
                </a:solidFill>
                <a:latin typeface="Times New Roman" panose="02020603050405020304" pitchFamily="18" charset="0"/>
                <a:cs typeface="Times New Roman" panose="02020603050405020304" pitchFamily="18" charset="0"/>
              </a:rPr>
              <a:t>4.4 Object Oriented Class Diagram</a:t>
            </a:r>
            <a:endParaRPr lang="en-US" altLang="en-US" sz="3600" b="1" i="1" dirty="0">
              <a:solidFill>
                <a:srgbClr val="FF0000"/>
              </a:solidFill>
              <a:latin typeface="Times New Roman" panose="02020603050405020304" pitchFamily="18" charset="0"/>
              <a:cs typeface="Times New Roman" panose="02020603050405020304" pitchFamily="18" charset="0"/>
            </a:endParaRPr>
          </a:p>
          <a:p>
            <a:pPr eaLnBrk="1" hangingPunct="1">
              <a:spcBef>
                <a:spcPts val="600"/>
              </a:spcBef>
              <a:buNone/>
            </a:pPr>
            <a:r>
              <a:rPr lang="en-US" altLang="en-US" sz="3600" b="1" i="1" dirty="0">
                <a:solidFill>
                  <a:srgbClr val="FF0000"/>
                </a:solidFill>
                <a:latin typeface="Times New Roman" panose="02020603050405020304" pitchFamily="18" charset="0"/>
                <a:cs typeface="Times New Roman" panose="02020603050405020304" pitchFamily="18" charset="0"/>
              </a:rPr>
              <a:t>4.5 Collaboration Modeling</a:t>
            </a:r>
            <a:endParaRPr lang="en-US" altLang="en-US" sz="3600" b="1" i="1" dirty="0">
              <a:solidFill>
                <a:srgbClr val="FF0000"/>
              </a:solidFill>
              <a:latin typeface="Times New Roman" panose="02020603050405020304" pitchFamily="18" charset="0"/>
              <a:ea typeface="Times New Roman" panose="02020603050405020304" pitchFamily="18" charset="0"/>
            </a:endParaRPr>
          </a:p>
        </p:txBody>
      </p:sp>
      <p:sp>
        <p:nvSpPr>
          <p:cNvPr id="5123"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0" y="152400"/>
            <a:ext cx="9144000" cy="67056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ts val="600"/>
              </a:spcBef>
              <a:spcAft>
                <a:spcPct val="0"/>
              </a:spcAft>
              <a:buClrTx/>
              <a:buSzTx/>
              <a:buFont typeface="Arial" panose="020B0604020202020204" pitchFamily="34" charset="0"/>
              <a:buNone/>
              <a:defRPr/>
            </a:pPr>
            <a:r>
              <a:rPr kumimoji="0" lang="en-US" altLang="en-US" sz="3200" b="1" i="1" u="none" strike="noStrike" kern="120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rPr>
              <a:t>4.6 </a:t>
            </a:r>
            <a:r>
              <a:rPr kumimoji="0" lang="en-US" altLang="en-US" sz="3200" b="1" i="1"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Component Modeling</a:t>
            </a:r>
            <a:endParaRPr kumimoji="0" lang="en-US" altLang="en-US" sz="3200" b="1" i="1"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ts val="600"/>
              </a:spcBef>
              <a:spcAft>
                <a:spcPct val="0"/>
              </a:spcAft>
              <a:buClrTx/>
              <a:buSzTx/>
              <a:buFont typeface="Arial" panose="020B0604020202020204" pitchFamily="34" charset="0"/>
              <a:buNone/>
              <a:defRPr/>
            </a:pPr>
            <a:r>
              <a:rPr kumimoji="0" lang="en-US" altLang="en-US" sz="3200" b="1" i="1" u="none" strike="noStrike" kern="120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rPr>
              <a:t>4.7 </a:t>
            </a:r>
            <a:r>
              <a:rPr kumimoji="0" lang="en-US" altLang="en-US" sz="3200" b="1" i="1"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Deployment Modeling</a:t>
            </a:r>
            <a:endParaRPr kumimoji="0" lang="en-US" altLang="en-US" sz="3200" b="1" i="1"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ts val="600"/>
              </a:spcBef>
              <a:spcAft>
                <a:spcPct val="0"/>
              </a:spcAft>
              <a:buClrTx/>
              <a:buSzTx/>
              <a:buFont typeface="Arial" panose="020B0604020202020204" pitchFamily="34" charset="0"/>
              <a:buNone/>
              <a:defRPr/>
            </a:pPr>
            <a:r>
              <a:rPr kumimoji="0" lang="en-US" altLang="en-US" sz="3200" b="1" i="1"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4.8 Database Design</a:t>
            </a:r>
            <a:endParaRPr kumimoji="0" lang="en-US" altLang="en-US" sz="3200" b="1" i="1"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ts val="600"/>
              </a:spcBef>
              <a:spcAft>
                <a:spcPct val="0"/>
              </a:spcAft>
              <a:buClrTx/>
              <a:buSzTx/>
              <a:buFont typeface="Arial" panose="020B0604020202020204" pitchFamily="34" charset="0"/>
              <a:buNone/>
              <a:defRPr/>
            </a:pPr>
            <a:r>
              <a:rPr kumimoji="0" lang="en-US" altLang="en-US" sz="3200" b="1" i="1"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	4.8.1 Conceptual Database Design</a:t>
            </a:r>
            <a:endParaRPr kumimoji="0" lang="en-US" altLang="en-US" sz="3200" b="1" i="1"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ts val="600"/>
              </a:spcBef>
              <a:spcAft>
                <a:spcPct val="0"/>
              </a:spcAft>
              <a:buClrTx/>
              <a:buSzTx/>
              <a:buFont typeface="Arial" panose="020B0604020202020204" pitchFamily="34" charset="0"/>
              <a:buNone/>
              <a:defRPr/>
            </a:pPr>
            <a:r>
              <a:rPr kumimoji="0" lang="en-US" altLang="en-US" sz="3200" b="1"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3200" b="1" i="1"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4.8.2  Logical Database Design</a:t>
            </a:r>
            <a:endParaRPr kumimoji="0" lang="en-US" altLang="en-US" sz="3200" b="1" i="1"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ts val="600"/>
              </a:spcBef>
              <a:spcAft>
                <a:spcPct val="0"/>
              </a:spcAft>
              <a:buClrTx/>
              <a:buSzTx/>
              <a:buFont typeface="Arial" panose="020B0604020202020204" pitchFamily="34" charset="0"/>
              <a:buNone/>
              <a:defRPr/>
            </a:pPr>
            <a:r>
              <a:rPr kumimoji="0" lang="en-US" altLang="en-US" sz="3200" b="1"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3200" b="1" i="1"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4.8.3 Physical Database Design</a:t>
            </a:r>
            <a:endParaRPr kumimoji="0" lang="en-US" altLang="en-US" sz="3200" b="1"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ts val="600"/>
              </a:spcBef>
              <a:spcAft>
                <a:spcPct val="0"/>
              </a:spcAft>
              <a:buClrTx/>
              <a:buSzTx/>
              <a:buFont typeface="Arial" panose="020B0604020202020204" pitchFamily="34" charset="0"/>
              <a:buNone/>
              <a:defRPr/>
            </a:pPr>
            <a:r>
              <a:rPr kumimoji="0" lang="en-US" altLang="en-US" sz="3200" b="1" i="1" u="none" strike="noStrike" kern="1200" cap="none" spc="0" normalizeH="0" baseline="0" noProof="0" dirty="0" smtClean="0">
                <a:ln>
                  <a:noFill/>
                </a:ln>
                <a:solidFill>
                  <a:srgbClr val="6600CC"/>
                </a:solidFill>
                <a:effectLst/>
                <a:uLnTx/>
                <a:uFillTx/>
                <a:latin typeface="Times New Roman" panose="02020603050405020304" pitchFamily="18" charset="0"/>
                <a:ea typeface="+mn-ea"/>
                <a:cs typeface="Times New Roman" panose="02020603050405020304" pitchFamily="18" charset="0"/>
              </a:rPr>
              <a:t>4.9 </a:t>
            </a:r>
            <a:r>
              <a:rPr kumimoji="0" lang="en-US" altLang="en-US" sz="3200" b="1" i="1" u="none" strike="noStrike" kern="1200" cap="none" spc="0" normalizeH="0" baseline="0" noProof="0" dirty="0">
                <a:ln>
                  <a:noFill/>
                </a:ln>
                <a:solidFill>
                  <a:srgbClr val="6600CC"/>
                </a:solidFill>
                <a:effectLst/>
                <a:uLnTx/>
                <a:uFillTx/>
                <a:latin typeface="Times New Roman" panose="02020603050405020304" pitchFamily="18" charset="0"/>
                <a:ea typeface="+mn-ea"/>
                <a:cs typeface="Times New Roman" panose="02020603050405020304" pitchFamily="18" charset="0"/>
              </a:rPr>
              <a:t>User Interface Design</a:t>
            </a:r>
            <a:endParaRPr kumimoji="0" lang="en-US" altLang="en-US" sz="3200" b="1" i="1" u="none" strike="noStrike" kern="1200" cap="none" spc="0" normalizeH="0" baseline="0" noProof="0" dirty="0">
              <a:ln>
                <a:noFill/>
              </a:ln>
              <a:solidFill>
                <a:srgbClr val="6600CC"/>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ts val="600"/>
              </a:spcBef>
              <a:spcAft>
                <a:spcPct val="0"/>
              </a:spcAft>
              <a:buClrTx/>
              <a:buSzTx/>
              <a:buFont typeface="Arial" panose="020B0604020202020204" pitchFamily="34" charset="0"/>
              <a:buNone/>
              <a:defRPr/>
            </a:pPr>
            <a:r>
              <a:rPr kumimoji="0" lang="en-US" altLang="en-US" sz="3200" b="1" i="1" u="none" strike="noStrike" kern="1200" cap="none" spc="0" normalizeH="0" baseline="0" noProof="0" dirty="0" smtClean="0">
                <a:ln>
                  <a:noFill/>
                </a:ln>
                <a:solidFill>
                  <a:srgbClr val="6600CC"/>
                </a:solidFill>
                <a:effectLst/>
                <a:uLnTx/>
                <a:uFillTx/>
                <a:latin typeface="Times New Roman" panose="02020603050405020304" pitchFamily="18" charset="0"/>
                <a:ea typeface="+mn-ea"/>
                <a:cs typeface="Times New Roman" panose="02020603050405020304" pitchFamily="18" charset="0"/>
              </a:rPr>
              <a:t>4.10 </a:t>
            </a:r>
            <a:r>
              <a:rPr kumimoji="0" lang="en-US" altLang="en-US" sz="3200" b="1" i="1" u="none" strike="noStrike" kern="1200" cap="none" spc="0" normalizeH="0" baseline="0" noProof="0" dirty="0">
                <a:ln>
                  <a:noFill/>
                </a:ln>
                <a:solidFill>
                  <a:srgbClr val="6600CC"/>
                </a:solidFill>
                <a:effectLst/>
                <a:uLnTx/>
                <a:uFillTx/>
                <a:latin typeface="Times New Roman" panose="02020603050405020304" pitchFamily="18" charset="0"/>
                <a:ea typeface="+mn-ea"/>
                <a:cs typeface="Times New Roman" panose="02020603050405020304" pitchFamily="18" charset="0"/>
              </a:rPr>
              <a:t>Access Control</a:t>
            </a:r>
            <a:endParaRPr kumimoji="0" lang="en-US" altLang="en-US" sz="3200" b="1" i="1" u="none" strike="noStrike" kern="1200" cap="none" spc="0" normalizeH="0" baseline="0" noProof="0" dirty="0">
              <a:ln>
                <a:noFill/>
              </a:ln>
              <a:solidFill>
                <a:srgbClr val="6600CC"/>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ts val="600"/>
              </a:spcBef>
              <a:spcAft>
                <a:spcPct val="0"/>
              </a:spcAft>
              <a:buClrTx/>
              <a:buSzTx/>
              <a:buFont typeface="Arial" panose="020B0604020202020204" pitchFamily="34" charset="0"/>
              <a:buNone/>
              <a:defRPr/>
            </a:pPr>
            <a:r>
              <a:rPr kumimoji="0" lang="en-US" altLang="en-US" sz="3200" b="1" i="1" u="none" strike="noStrike" kern="1200" cap="none" spc="0" normalizeH="0" baseline="0" noProof="0" dirty="0" smtClean="0">
                <a:ln>
                  <a:noFill/>
                </a:ln>
                <a:solidFill>
                  <a:srgbClr val="6600CC"/>
                </a:solidFill>
                <a:effectLst/>
                <a:uLnTx/>
                <a:uFillTx/>
                <a:latin typeface="Times New Roman" panose="02020603050405020304" pitchFamily="18" charset="0"/>
                <a:ea typeface="+mn-ea"/>
                <a:cs typeface="Times New Roman" panose="02020603050405020304" pitchFamily="18" charset="0"/>
              </a:rPr>
              <a:t>4.11 Algorithm </a:t>
            </a:r>
            <a:r>
              <a:rPr kumimoji="0" lang="en-US" altLang="en-US" sz="3200" b="1" i="1" u="none" strike="noStrike" kern="1200" cap="none" spc="0" normalizeH="0" baseline="0" noProof="0" dirty="0">
                <a:ln>
                  <a:noFill/>
                </a:ln>
                <a:solidFill>
                  <a:srgbClr val="6600CC"/>
                </a:solidFill>
                <a:effectLst/>
                <a:uLnTx/>
                <a:uFillTx/>
                <a:latin typeface="Times New Roman" panose="02020603050405020304" pitchFamily="18" charset="0"/>
                <a:ea typeface="+mn-ea"/>
                <a:cs typeface="Times New Roman" panose="02020603050405020304" pitchFamily="18" charset="0"/>
              </a:rPr>
              <a:t>Design </a:t>
            </a:r>
            <a:endParaRPr kumimoji="0" lang="en-US" altLang="en-US" sz="3200" b="1" i="1" u="none" strike="noStrike" kern="1200" cap="none" spc="0" normalizeH="0" baseline="0" noProof="0" dirty="0">
              <a:ln>
                <a:noFill/>
              </a:ln>
              <a:solidFill>
                <a:srgbClr val="6600CC"/>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dirty="0">
              <a:ln>
                <a:noFill/>
              </a:ln>
              <a:solidFill>
                <a:srgbClr val="6600CC"/>
              </a:solidFill>
              <a:effectLst/>
              <a:uLnTx/>
              <a:uFillTx/>
              <a:latin typeface="+mn-lt"/>
              <a:ea typeface="+mn-ea"/>
              <a:cs typeface="+mn-cs"/>
            </a:endParaRPr>
          </a:p>
        </p:txBody>
      </p:sp>
      <p:sp>
        <p:nvSpPr>
          <p:cNvPr id="6147"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Title 1"/>
          <p:cNvSpPr>
            <a:spLocks noGrp="1"/>
          </p:cNvSpPr>
          <p:nvPr>
            <p:ph type="title"/>
          </p:nvPr>
        </p:nvSpPr>
        <p:spPr>
          <a:xfrm>
            <a:off x="457200" y="0"/>
            <a:ext cx="8229600" cy="457200"/>
          </a:xfrm>
        </p:spPr>
        <p:txBody>
          <a:bodyPr vert="horz" wrap="square" lIns="91440" tIns="45720" rIns="91440" bIns="45720" numCol="1" rtlCol="0" anchor="ctr" anchorCtr="0" compatLnSpc="1">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br>
              <a:rPr kumimoji="0" lang="en-US" sz="3200" b="1" i="0" u="none" strike="noStrike" kern="1200" cap="none" spc="0" normalizeH="0" baseline="0" noProof="0" dirty="0" smtClean="0">
                <a:ln>
                  <a:noFill/>
                </a:ln>
                <a:solidFill>
                  <a:srgbClr val="0000FF"/>
                </a:solidFill>
                <a:effectLst/>
                <a:uLnTx/>
                <a:uFillTx/>
                <a:latin typeface="Times New Roman" panose="02020603050405020304" pitchFamily="18" charset="0"/>
                <a:ea typeface="+mj-ea"/>
                <a:cs typeface="Times New Roman" panose="02020603050405020304" pitchFamily="18" charset="0"/>
              </a:rPr>
            </a:br>
            <a:r>
              <a:rPr kumimoji="0" lang="en-US" sz="3200" b="1" i="1" u="none" strike="noStrike" kern="1200" cap="none" spc="0" normalizeH="0" baseline="0" noProof="0" dirty="0" smtClean="0">
                <a:ln>
                  <a:noFill/>
                </a:ln>
                <a:solidFill>
                  <a:srgbClr val="FF0000"/>
                </a:solidFill>
                <a:effectLst/>
                <a:uLnTx/>
                <a:uFillTx/>
                <a:latin typeface="Times New Roman" panose="02020603050405020304" pitchFamily="18" charset="0"/>
                <a:ea typeface="+mj-ea"/>
                <a:cs typeface="Times New Roman" panose="02020603050405020304" pitchFamily="18" charset="0"/>
              </a:rPr>
              <a:t>4.1 Over</a:t>
            </a:r>
            <a:r>
              <a:rPr kumimoji="0" lang="en-US" altLang="en-US" sz="3200" b="1" i="1" u="none" strike="noStrike" kern="1200" cap="none" spc="0" normalizeH="0" baseline="0" noProof="0" dirty="0" smtClean="0">
                <a:ln>
                  <a:noFill/>
                </a:ln>
                <a:solidFill>
                  <a:srgbClr val="FF0000"/>
                </a:solidFill>
                <a:effectLst/>
                <a:uLnTx/>
                <a:uFillTx/>
                <a:latin typeface="Times New Roman" panose="02020603050405020304" pitchFamily="18" charset="0"/>
                <a:ea typeface="+mj-ea"/>
                <a:cs typeface="Times New Roman" panose="02020603050405020304" pitchFamily="18" charset="0"/>
              </a:rPr>
              <a:t>view </a:t>
            </a:r>
            <a:r>
              <a:rPr kumimoji="0" lang="en-US" altLang="en-US" sz="3200" b="1" i="1" u="none" strike="noStrike" kern="1200" cap="none" spc="0" normalizeH="0" baseline="0" noProof="0" dirty="0">
                <a:ln>
                  <a:noFill/>
                </a:ln>
                <a:solidFill>
                  <a:srgbClr val="FF0000"/>
                </a:solidFill>
                <a:effectLst/>
                <a:uLnTx/>
                <a:uFillTx/>
                <a:latin typeface="Times New Roman" panose="02020603050405020304" pitchFamily="18" charset="0"/>
                <a:ea typeface="+mj-ea"/>
                <a:cs typeface="Times New Roman" panose="02020603050405020304" pitchFamily="18" charset="0"/>
              </a:rPr>
              <a:t>of System Design </a:t>
            </a:r>
            <a:r>
              <a:rPr kumimoji="0" lang="en-US" sz="3200" b="1" i="1" u="none" strike="noStrike" kern="1200" cap="none" spc="0" normalizeH="0" baseline="0" noProof="0" dirty="0" smtClean="0">
                <a:ln>
                  <a:noFill/>
                </a:ln>
                <a:solidFill>
                  <a:srgbClr val="FF0000"/>
                </a:solidFill>
                <a:effectLst/>
                <a:uLnTx/>
                <a:uFillTx/>
                <a:latin typeface="Times New Roman" panose="02020603050405020304" pitchFamily="18" charset="0"/>
                <a:ea typeface="+mj-ea"/>
                <a:cs typeface="Times New Roman" panose="02020603050405020304" pitchFamily="18" charset="0"/>
              </a:rPr>
              <a:t>  </a:t>
            </a:r>
            <a:br>
              <a:rPr kumimoji="0" lang="en-US" sz="3200" b="1" i="1" u="none" strike="noStrike" kern="1200" cap="none" spc="0" normalizeH="0" baseline="0" noProof="0" dirty="0" smtClean="0">
                <a:ln>
                  <a:noFill/>
                </a:ln>
                <a:solidFill>
                  <a:srgbClr val="FF0000"/>
                </a:solidFill>
                <a:effectLst/>
                <a:uLnTx/>
                <a:uFillTx/>
                <a:latin typeface="Times New Roman" panose="02020603050405020304" pitchFamily="18" charset="0"/>
                <a:ea typeface="+mj-ea"/>
                <a:cs typeface="Times New Roman" panose="02020603050405020304" pitchFamily="18" charset="0"/>
              </a:rPr>
            </a:br>
            <a:endParaRPr kumimoji="0" lang="en-US" sz="3200" b="1" i="0" u="none" strike="noStrike" kern="1200" cap="none" spc="0" normalizeH="0" baseline="0" noProof="0" dirty="0" smtClean="0">
              <a:ln>
                <a:noFill/>
              </a:ln>
              <a:solidFill>
                <a:srgbClr val="0000FF"/>
              </a:solidFill>
              <a:effectLst/>
              <a:uLnTx/>
              <a:uFillTx/>
              <a:latin typeface="+mj-lt"/>
              <a:ea typeface="+mj-ea"/>
              <a:cs typeface="+mj-cs"/>
            </a:endParaRPr>
          </a:p>
        </p:txBody>
      </p:sp>
      <p:sp>
        <p:nvSpPr>
          <p:cNvPr id="7171" name="Content Placeholder 2"/>
          <p:cNvSpPr>
            <a:spLocks noGrp="1"/>
          </p:cNvSpPr>
          <p:nvPr>
            <p:ph idx="1"/>
          </p:nvPr>
        </p:nvSpPr>
        <p:spPr>
          <a:xfrm>
            <a:off x="228600" y="457200"/>
            <a:ext cx="8915400" cy="6400800"/>
          </a:xfrm>
          <a:ln/>
        </p:spPr>
        <p:txBody>
          <a:bodyPr vert="horz" wrap="square" lIns="91440" tIns="45720" rIns="91440" bIns="45720" anchor="t" anchorCtr="0"/>
          <a:p>
            <a:pPr algn="just" eaLnBrk="1" hangingPunct="1">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Write short description what you are going to done at this part.</a:t>
            </a:r>
            <a:endParaRPr lang="en-US" altLang="en-US" dirty="0">
              <a:latin typeface="Times New Roman" panose="02020603050405020304" pitchFamily="18" charset="0"/>
              <a:cs typeface="Times New Roman" panose="02020603050405020304" pitchFamily="18" charset="0"/>
            </a:endParaRPr>
          </a:p>
          <a:p>
            <a:pPr algn="just" eaLnBrk="1" hangingPunct="1">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This part of the project includes: Design Goals, System Architecture such as </a:t>
            </a:r>
            <a:r>
              <a:rPr lang="en-US" altLang="en-US" b="1" i="1" dirty="0">
                <a:solidFill>
                  <a:srgbClr val="000099"/>
                </a:solidFill>
                <a:latin typeface="Times New Roman" panose="02020603050405020304" pitchFamily="18" charset="0"/>
                <a:cs typeface="Times New Roman" panose="02020603050405020304" pitchFamily="18" charset="0"/>
              </a:rPr>
              <a:t>Architectural Style, System Process, System Decomposition </a:t>
            </a:r>
            <a:r>
              <a:rPr lang="en-US" altLang="en-US" dirty="0">
                <a:latin typeface="Times New Roman" panose="02020603050405020304" pitchFamily="18" charset="0"/>
                <a:cs typeface="Times New Roman" panose="02020603050405020304" pitchFamily="18" charset="0"/>
              </a:rPr>
              <a:t>and system design models such as Object Oriented Class diagram, </a:t>
            </a:r>
            <a:r>
              <a:rPr lang="en-US" altLang="en-US" b="1" i="1" dirty="0">
                <a:solidFill>
                  <a:srgbClr val="006600"/>
                </a:solidFill>
                <a:latin typeface="Times New Roman" panose="02020603050405020304" pitchFamily="18" charset="0"/>
                <a:cs typeface="Times New Roman" panose="02020603050405020304" pitchFamily="18" charset="0"/>
              </a:rPr>
              <a:t>Collaboration Modeling</a:t>
            </a:r>
            <a:r>
              <a:rPr lang="en-US" altLang="en-US" b="1" i="1" dirty="0">
                <a:solidFill>
                  <a:srgbClr val="FF0000"/>
                </a:solidFill>
                <a:latin typeface="Times New Roman" panose="02020603050405020304" pitchFamily="18" charset="0"/>
                <a:cs typeface="Times New Roman" panose="02020603050405020304" pitchFamily="18" charset="0"/>
              </a:rPr>
              <a:t>, </a:t>
            </a:r>
            <a:r>
              <a:rPr lang="en-US" altLang="en-US" b="1" i="1" dirty="0">
                <a:solidFill>
                  <a:srgbClr val="CC0066"/>
                </a:solidFill>
                <a:latin typeface="Times New Roman" panose="02020603050405020304" pitchFamily="18" charset="0"/>
                <a:cs typeface="Times New Roman" panose="02020603050405020304" pitchFamily="18" charset="0"/>
              </a:rPr>
              <a:t>Component Modeling, Deployment Modeling, Database Design</a:t>
            </a:r>
            <a:r>
              <a:rPr lang="en-US" altLang="en-US" b="1" i="1" dirty="0">
                <a:solidFill>
                  <a:srgbClr val="FF0000"/>
                </a:solidFill>
                <a:latin typeface="Times New Roman" panose="02020603050405020304" pitchFamily="18" charset="0"/>
                <a:cs typeface="Times New Roman" panose="02020603050405020304" pitchFamily="18" charset="0"/>
              </a:rPr>
              <a:t>, </a:t>
            </a:r>
            <a:r>
              <a:rPr lang="en-US" altLang="en-US" b="1" i="1" dirty="0">
                <a:solidFill>
                  <a:srgbClr val="CC0066"/>
                </a:solidFill>
                <a:latin typeface="Times New Roman" panose="02020603050405020304" pitchFamily="18" charset="0"/>
                <a:cs typeface="Times New Roman" panose="02020603050405020304" pitchFamily="18" charset="0"/>
              </a:rPr>
              <a:t>User Interface Design </a:t>
            </a:r>
            <a:endParaRPr lang="en-US" altLang="en-US" b="1" i="1" dirty="0">
              <a:solidFill>
                <a:srgbClr val="CC0066"/>
              </a:solidFill>
              <a:latin typeface="Times New Roman" panose="02020603050405020304" pitchFamily="18" charset="0"/>
              <a:cs typeface="Times New Roman" panose="02020603050405020304" pitchFamily="18" charset="0"/>
            </a:endParaRPr>
          </a:p>
          <a:p>
            <a:pPr algn="just" eaLnBrk="1" hangingPunct="1">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It is also include the Access control and </a:t>
            </a:r>
            <a:r>
              <a:rPr lang="en-US" altLang="en-US" b="1" i="1" dirty="0">
                <a:solidFill>
                  <a:srgbClr val="0000FF"/>
                </a:solidFill>
                <a:latin typeface="Times New Roman" panose="02020603050405020304" pitchFamily="18" charset="0"/>
                <a:cs typeface="Times New Roman" panose="02020603050405020304" pitchFamily="18" charset="0"/>
              </a:rPr>
              <a:t>Design of the Algorithm  </a:t>
            </a:r>
            <a:endParaRPr lang="en-US" altLang="en-US" b="1" i="1" dirty="0">
              <a:solidFill>
                <a:srgbClr val="0000FF"/>
              </a:solidFill>
              <a:latin typeface="Times New Roman" panose="02020603050405020304" pitchFamily="18" charset="0"/>
              <a:cs typeface="Times New Roman" panose="02020603050405020304" pitchFamily="18" charset="0"/>
            </a:endParaRPr>
          </a:p>
          <a:p>
            <a:pPr algn="just" eaLnBrk="1" hangingPunct="1">
              <a:buFont typeface="Wingdings" panose="05000000000000000000" pitchFamily="2" charset="2"/>
              <a:buChar char="§"/>
            </a:pPr>
            <a:endParaRPr lang="en-US" altLang="en-US" dirty="0">
              <a:latin typeface="Times New Roman" panose="02020603050405020304" pitchFamily="18" charset="0"/>
              <a:ea typeface="Times New Roman" panose="02020603050405020304" pitchFamily="18" charset="0"/>
            </a:endParaRPr>
          </a:p>
        </p:txBody>
      </p:sp>
      <p:sp>
        <p:nvSpPr>
          <p:cNvPr id="7172"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Title 1"/>
          <p:cNvSpPr>
            <a:spLocks noGrp="1"/>
          </p:cNvSpPr>
          <p:nvPr>
            <p:ph type="title"/>
          </p:nvPr>
        </p:nvSpPr>
        <p:spPr>
          <a:xfrm>
            <a:off x="457200" y="0"/>
            <a:ext cx="8229600" cy="762000"/>
          </a:xfrm>
          <a:ln/>
        </p:spPr>
        <p:txBody>
          <a:bodyPr vert="horz" wrap="square" lIns="91440" tIns="45720" rIns="91440" bIns="45720" anchor="ctr" anchorCtr="0"/>
          <a:p>
            <a:pPr>
              <a:spcBef>
                <a:spcPts val="600"/>
              </a:spcBef>
            </a:pPr>
            <a:r>
              <a:rPr lang="en-US" altLang="en-US" b="1" i="1" dirty="0">
                <a:solidFill>
                  <a:srgbClr val="FF0000"/>
                </a:solidFill>
                <a:latin typeface="Times New Roman" panose="02020603050405020304" pitchFamily="18" charset="0"/>
                <a:cs typeface="Times New Roman" panose="02020603050405020304" pitchFamily="18" charset="0"/>
              </a:rPr>
              <a:t>4.2 Design Goals </a:t>
            </a:r>
            <a:endParaRPr lang="en-US" altLang="en-US" b="1" i="1" dirty="0">
              <a:solidFill>
                <a:srgbClr val="FF0000"/>
              </a:solidFill>
              <a:latin typeface="Times New Roman" panose="02020603050405020304" pitchFamily="18" charset="0"/>
              <a:ea typeface="Times New Roman" panose="02020603050405020304" pitchFamily="18" charset="0"/>
            </a:endParaRPr>
          </a:p>
        </p:txBody>
      </p:sp>
      <p:sp>
        <p:nvSpPr>
          <p:cNvPr id="8195" name="Content Placeholder 2"/>
          <p:cNvSpPr>
            <a:spLocks noGrp="1"/>
          </p:cNvSpPr>
          <p:nvPr>
            <p:ph idx="1"/>
          </p:nvPr>
        </p:nvSpPr>
        <p:spPr>
          <a:xfrm>
            <a:off x="0" y="762000"/>
            <a:ext cx="9144000" cy="6096000"/>
          </a:xfrm>
          <a:ln/>
        </p:spPr>
        <p:txBody>
          <a:bodyPr vert="horz" wrap="square" lIns="91440" tIns="45720" rIns="91440" bIns="45720" anchor="t" anchorCtr="0"/>
          <a:p>
            <a:pPr algn="just">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Write short description about the design goals of the system </a:t>
            </a:r>
            <a:endParaRPr lang="en-US" altLang="en-US" dirty="0">
              <a:latin typeface="Times New Roman" panose="02020603050405020304" pitchFamily="18" charset="0"/>
              <a:ea typeface="Times New Roman" panose="02020603050405020304" pitchFamily="18" charset="0"/>
            </a:endParaRPr>
          </a:p>
        </p:txBody>
      </p:sp>
      <p:sp>
        <p:nvSpPr>
          <p:cNvPr id="8196"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Title 1"/>
          <p:cNvSpPr>
            <a:spLocks noGrp="1"/>
          </p:cNvSpPr>
          <p:nvPr>
            <p:ph type="title"/>
          </p:nvPr>
        </p:nvSpPr>
        <p:spPr>
          <a:xfrm>
            <a:off x="457200" y="0"/>
            <a:ext cx="8229600" cy="533400"/>
          </a:xfrm>
          <a:ln/>
        </p:spPr>
        <p:txBody>
          <a:bodyPr vert="horz" wrap="square" lIns="91440" tIns="45720" rIns="91440" bIns="45720" anchor="ctr" anchorCtr="0"/>
          <a:p>
            <a:pPr eaLnBrk="1" hangingPunct="1">
              <a:spcBef>
                <a:spcPts val="600"/>
              </a:spcBef>
            </a:pPr>
            <a:br>
              <a:rPr lang="en-US" altLang="en-US" sz="3600" b="1" i="1" dirty="0">
                <a:solidFill>
                  <a:srgbClr val="FF0000"/>
                </a:solidFill>
                <a:latin typeface="Times New Roman" panose="02020603050405020304" pitchFamily="18" charset="0"/>
                <a:cs typeface="Times New Roman" panose="02020603050405020304" pitchFamily="18" charset="0"/>
              </a:rPr>
            </a:br>
            <a:r>
              <a:rPr lang="en-US" altLang="en-US" sz="3600" b="1" i="1" dirty="0">
                <a:solidFill>
                  <a:srgbClr val="FF0000"/>
                </a:solidFill>
                <a:latin typeface="Times New Roman" panose="02020603050405020304" pitchFamily="18" charset="0"/>
                <a:cs typeface="Times New Roman" panose="02020603050405020304" pitchFamily="18" charset="0"/>
              </a:rPr>
              <a:t>4.3  Architecture of System Design</a:t>
            </a:r>
            <a:br>
              <a:rPr lang="en-US" altLang="en-US" sz="3600" b="1" i="1" dirty="0">
                <a:solidFill>
                  <a:srgbClr val="FF0000"/>
                </a:solidFill>
                <a:latin typeface="Times New Roman" panose="02020603050405020304" pitchFamily="18" charset="0"/>
                <a:cs typeface="Times New Roman" panose="02020603050405020304" pitchFamily="18" charset="0"/>
              </a:rPr>
            </a:br>
            <a:r>
              <a:rPr lang="en-US" altLang="en-US" sz="3600" b="1" i="1" dirty="0">
                <a:solidFill>
                  <a:srgbClr val="FF0000"/>
                </a:solidFill>
                <a:latin typeface="Times New Roman" panose="02020603050405020304" pitchFamily="18" charset="0"/>
                <a:cs typeface="Times New Roman" panose="02020603050405020304" pitchFamily="18" charset="0"/>
              </a:rPr>
              <a:t>		</a:t>
            </a:r>
            <a:endParaRPr lang="en-US" altLang="en-US" sz="3600" dirty="0"/>
          </a:p>
        </p:txBody>
      </p:sp>
      <p:sp>
        <p:nvSpPr>
          <p:cNvPr id="6147" name="Content Placeholder 2"/>
          <p:cNvSpPr>
            <a:spLocks noGrp="1"/>
          </p:cNvSpPr>
          <p:nvPr>
            <p:ph idx="1"/>
          </p:nvPr>
        </p:nvSpPr>
        <p:spPr>
          <a:xfrm>
            <a:off x="0" y="533400"/>
            <a:ext cx="9144000" cy="6324600"/>
          </a:xfrm>
        </p:spPr>
        <p:txBody>
          <a:bodyPr vert="horz" wrap="square" lIns="91440" tIns="45720" rIns="91440" bIns="45720" numCol="1" anchor="t" anchorCtr="0" compatLnSpc="1"/>
          <a:lstStyle/>
          <a:p>
            <a:pPr marL="0" marR="0" lvl="0" indent="0" algn="just"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altLang="en-US" sz="3200" b="1" i="1" u="none" strike="noStrike" kern="120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rPr>
              <a:t>4.3.1 System Architecture </a:t>
            </a:r>
            <a:endParaRPr kumimoji="0" lang="en-US" altLang="en-US" sz="3200" b="1" i="1" u="none" strike="noStrike" kern="120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base" latinLnBrk="0" hangingPunct="1">
              <a:lnSpc>
                <a:spcPct val="100000"/>
              </a:lnSpc>
              <a:spcBef>
                <a:spcPct val="20000"/>
              </a:spcBef>
              <a:spcAft>
                <a:spcPct val="0"/>
              </a:spcAft>
              <a:buClrTx/>
              <a:buSzTx/>
              <a:buFont typeface="Wingdings" panose="05000000000000000000" pitchFamily="2" charset="2"/>
              <a:buChar char="§"/>
              <a:defRPr/>
            </a:pPr>
            <a:r>
              <a:rPr kumimoji="0" lang="en-US" altLang="en-US" sz="3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Write Short description about the type of architecture or architectural style you select for the development of the proposed system.</a:t>
            </a:r>
            <a:endParaRPr kumimoji="0" lang="en-US" altLang="en-US" sz="3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base" latinLnBrk="0" hangingPunct="1">
              <a:lnSpc>
                <a:spcPct val="100000"/>
              </a:lnSpc>
              <a:spcBef>
                <a:spcPct val="20000"/>
              </a:spcBef>
              <a:spcAft>
                <a:spcPct val="0"/>
              </a:spcAft>
              <a:buClrTx/>
              <a:buSzTx/>
              <a:buFont typeface="Wingdings" panose="05000000000000000000" pitchFamily="2" charset="2"/>
              <a:buChar char="§"/>
              <a:defRPr/>
            </a:pPr>
            <a:r>
              <a:rPr kumimoji="0" lang="en-US" altLang="en-US" sz="3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Consider both the hardware and software architecture and show graphically to show the interaction between the layers of the architecture.</a:t>
            </a:r>
            <a:endParaRPr kumimoji="0" lang="en-US" altLang="en-US" sz="3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altLang="en-US" sz="3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4.3.2 System Process</a:t>
            </a:r>
            <a:endParaRPr kumimoji="0" lang="en-US" altLang="en-US" sz="3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base" latinLnBrk="0" hangingPunct="1">
              <a:lnSpc>
                <a:spcPct val="100000"/>
              </a:lnSpc>
              <a:spcBef>
                <a:spcPct val="20000"/>
              </a:spcBef>
              <a:spcAft>
                <a:spcPct val="0"/>
              </a:spcAft>
              <a:buClrTx/>
              <a:buSzTx/>
              <a:buFont typeface="Wingdings" panose="05000000000000000000" pitchFamily="2" charset="2"/>
              <a:buChar char="§"/>
              <a:defRPr/>
            </a:pPr>
            <a:r>
              <a:rPr kumimoji="0" lang="en-US" altLang="en-US" sz="3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Write a short description about the system process at the system design level</a:t>
            </a:r>
            <a:endParaRPr kumimoji="0" lang="en-US" altLang="en-US" sz="3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base" latinLnBrk="0" hangingPunct="1">
              <a:lnSpc>
                <a:spcPct val="100000"/>
              </a:lnSpc>
              <a:spcBef>
                <a:spcPct val="20000"/>
              </a:spcBef>
              <a:spcAft>
                <a:spcPct val="0"/>
              </a:spcAft>
              <a:buClrTx/>
              <a:buSzTx/>
              <a:buFont typeface="Wingdings" panose="05000000000000000000" pitchFamily="2" charset="2"/>
              <a:buChar char="§"/>
              <a:defRPr/>
            </a:pPr>
            <a:endParaRPr kumimoji="0" lang="en-US" altLang="en-US" sz="3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en-US" altLang="en-US" sz="3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9220"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itle 1"/>
          <p:cNvSpPr>
            <a:spLocks noGrp="1"/>
          </p:cNvSpPr>
          <p:nvPr>
            <p:ph type="title"/>
          </p:nvPr>
        </p:nvSpPr>
        <p:spPr>
          <a:xfrm>
            <a:off x="457200" y="0"/>
            <a:ext cx="8229600" cy="685800"/>
          </a:xfrm>
          <a:ln/>
        </p:spPr>
        <p:txBody>
          <a:bodyPr vert="horz" wrap="square" lIns="91440" tIns="45720" rIns="91440" bIns="45720" anchor="ctr" anchorCtr="0"/>
          <a:p>
            <a:pPr>
              <a:spcBef>
                <a:spcPts val="600"/>
              </a:spcBef>
            </a:pPr>
            <a:r>
              <a:rPr lang="en-US" altLang="en-US" b="1" i="1" dirty="0">
                <a:solidFill>
                  <a:srgbClr val="000099"/>
                </a:solidFill>
                <a:latin typeface="Times New Roman" panose="02020603050405020304" pitchFamily="18" charset="0"/>
                <a:cs typeface="Times New Roman" panose="02020603050405020304" pitchFamily="18" charset="0"/>
              </a:rPr>
              <a:t>4.3.3 System Decomposition </a:t>
            </a:r>
            <a:endParaRPr lang="en-US" altLang="en-US" b="1" i="1" dirty="0">
              <a:solidFill>
                <a:srgbClr val="000099"/>
              </a:solidFill>
              <a:latin typeface="Times New Roman" panose="02020603050405020304" pitchFamily="18" charset="0"/>
              <a:ea typeface="Times New Roman" panose="02020603050405020304" pitchFamily="18" charset="0"/>
            </a:endParaRPr>
          </a:p>
        </p:txBody>
      </p:sp>
      <p:sp>
        <p:nvSpPr>
          <p:cNvPr id="10243" name="Content Placeholder 2"/>
          <p:cNvSpPr>
            <a:spLocks noGrp="1"/>
          </p:cNvSpPr>
          <p:nvPr>
            <p:ph idx="1"/>
          </p:nvPr>
        </p:nvSpPr>
        <p:spPr>
          <a:xfrm>
            <a:off x="152400" y="685800"/>
            <a:ext cx="8991600" cy="6172200"/>
          </a:xfrm>
          <a:ln/>
        </p:spPr>
        <p:txBody>
          <a:bodyPr vert="horz" wrap="square" lIns="91440" tIns="45720" rIns="91440" bIns="45720" anchor="t" anchorCtr="0"/>
          <a:p>
            <a:pPr algn="just">
              <a:spcBef>
                <a:spcPct val="0"/>
              </a:spcBef>
              <a:buFont typeface="Wingdings" panose="05000000000000000000" pitchFamily="2" charset="2"/>
              <a:buChar char="Ø"/>
            </a:pPr>
            <a:r>
              <a:rPr lang="en-US" altLang="en-US" sz="3600" b="1" i="1" dirty="0">
                <a:solidFill>
                  <a:srgbClr val="0000FF"/>
                </a:solidFill>
                <a:latin typeface="Times New Roman" panose="02020603050405020304" pitchFamily="18" charset="0"/>
                <a:cs typeface="Times New Roman" panose="02020603050405020304" pitchFamily="18" charset="0"/>
              </a:rPr>
              <a:t>Describing the subsystem decomposition in terms of</a:t>
            </a:r>
            <a:r>
              <a:rPr lang="en-US" altLang="en-US" sz="3600" i="1" dirty="0">
                <a:latin typeface="Times New Roman" panose="02020603050405020304" pitchFamily="18" charset="0"/>
                <a:cs typeface="Times New Roman" panose="02020603050405020304" pitchFamily="18" charset="0"/>
              </a:rPr>
              <a:t>:</a:t>
            </a:r>
            <a:endParaRPr lang="en-US" altLang="en-US" sz="3600" i="1" dirty="0">
              <a:latin typeface="Times New Roman" panose="02020603050405020304" pitchFamily="18" charset="0"/>
              <a:cs typeface="Times New Roman" panose="02020603050405020304" pitchFamily="18" charset="0"/>
            </a:endParaRPr>
          </a:p>
          <a:p>
            <a:pPr algn="just">
              <a:spcBef>
                <a:spcPct val="0"/>
              </a:spcBef>
              <a:buFont typeface="Wingdings" panose="05000000000000000000" pitchFamily="2" charset="2"/>
              <a:buChar char="§"/>
            </a:pPr>
            <a:r>
              <a:rPr lang="en-US" altLang="en-US" sz="3600" b="1" i="1" dirty="0">
                <a:solidFill>
                  <a:srgbClr val="008000"/>
                </a:solidFill>
                <a:latin typeface="Times New Roman" panose="02020603050405020304" pitchFamily="18" charset="0"/>
                <a:cs typeface="Times New Roman" panose="02020603050405020304" pitchFamily="18" charset="0"/>
              </a:rPr>
              <a:t>Subsystem responsibilities, </a:t>
            </a:r>
            <a:endParaRPr lang="en-US" altLang="en-US" sz="3600" b="1" i="1" dirty="0">
              <a:solidFill>
                <a:srgbClr val="008000"/>
              </a:solidFill>
              <a:latin typeface="Times New Roman" panose="02020603050405020304" pitchFamily="18" charset="0"/>
              <a:cs typeface="Times New Roman" panose="02020603050405020304" pitchFamily="18" charset="0"/>
            </a:endParaRPr>
          </a:p>
          <a:p>
            <a:pPr algn="just">
              <a:spcBef>
                <a:spcPct val="0"/>
              </a:spcBef>
              <a:buFont typeface="Wingdings" panose="05000000000000000000" pitchFamily="2" charset="2"/>
              <a:buChar char="§"/>
            </a:pPr>
            <a:r>
              <a:rPr lang="en-US" altLang="en-US" sz="3600" b="1" i="1" dirty="0">
                <a:solidFill>
                  <a:srgbClr val="008000"/>
                </a:solidFill>
                <a:latin typeface="Times New Roman" panose="02020603050405020304" pitchFamily="18" charset="0"/>
                <a:cs typeface="Times New Roman" panose="02020603050405020304" pitchFamily="18" charset="0"/>
              </a:rPr>
              <a:t>Dependencies among subsystems</a:t>
            </a:r>
            <a:r>
              <a:rPr lang="en-US" altLang="en-US" sz="3600" dirty="0">
                <a:latin typeface="Times New Roman" panose="02020603050405020304" pitchFamily="18" charset="0"/>
                <a:cs typeface="Times New Roman" panose="02020603050405020304" pitchFamily="18" charset="0"/>
              </a:rPr>
              <a:t>,</a:t>
            </a:r>
            <a:endParaRPr lang="en-US" altLang="en-US" sz="3600" dirty="0">
              <a:latin typeface="Times New Roman" panose="02020603050405020304" pitchFamily="18" charset="0"/>
              <a:cs typeface="Times New Roman" panose="02020603050405020304" pitchFamily="18" charset="0"/>
            </a:endParaRPr>
          </a:p>
          <a:p>
            <a:pPr algn="just">
              <a:spcBef>
                <a:spcPct val="0"/>
              </a:spcBef>
              <a:buFont typeface="Wingdings" panose="05000000000000000000" pitchFamily="2" charset="2"/>
              <a:buChar char="§"/>
            </a:pPr>
            <a:r>
              <a:rPr lang="en-US" altLang="en-US" sz="3600" b="1" i="1" dirty="0">
                <a:solidFill>
                  <a:srgbClr val="FF0000"/>
                </a:solidFill>
                <a:latin typeface="Times New Roman" panose="02020603050405020304" pitchFamily="18" charset="0"/>
                <a:cs typeface="Times New Roman" panose="02020603050405020304" pitchFamily="18" charset="0"/>
              </a:rPr>
              <a:t>Subsystem mapping to hardware,</a:t>
            </a:r>
            <a:r>
              <a:rPr lang="en-US" altLang="en-US" sz="3600" dirty="0">
                <a:latin typeface="Times New Roman" panose="02020603050405020304" pitchFamily="18" charset="0"/>
                <a:cs typeface="Times New Roman" panose="02020603050405020304" pitchFamily="18" charset="0"/>
              </a:rPr>
              <a:t> and </a:t>
            </a:r>
            <a:endParaRPr lang="en-US" altLang="en-US" sz="3600" dirty="0">
              <a:latin typeface="Times New Roman" panose="02020603050405020304" pitchFamily="18" charset="0"/>
              <a:cs typeface="Times New Roman" panose="02020603050405020304" pitchFamily="18" charset="0"/>
            </a:endParaRPr>
          </a:p>
          <a:p>
            <a:pPr algn="just">
              <a:spcBef>
                <a:spcPct val="0"/>
              </a:spcBef>
              <a:buFont typeface="Wingdings" panose="05000000000000000000" pitchFamily="2" charset="2"/>
              <a:buChar char="§"/>
            </a:pPr>
            <a:r>
              <a:rPr lang="en-US" altLang="en-US" sz="3600" b="1" i="1" dirty="0">
                <a:solidFill>
                  <a:srgbClr val="0000FF"/>
                </a:solidFill>
                <a:latin typeface="Times New Roman" panose="02020603050405020304" pitchFamily="18" charset="0"/>
                <a:cs typeface="Times New Roman" panose="02020603050405020304" pitchFamily="18" charset="0"/>
              </a:rPr>
              <a:t>Major policy decisions</a:t>
            </a:r>
            <a:r>
              <a:rPr lang="en-US" altLang="en-US" sz="3600" dirty="0">
                <a:latin typeface="Times New Roman" panose="02020603050405020304" pitchFamily="18" charset="0"/>
                <a:cs typeface="Times New Roman" panose="02020603050405020304" pitchFamily="18" charset="0"/>
              </a:rPr>
              <a:t> such as </a:t>
            </a:r>
            <a:r>
              <a:rPr lang="en-US" altLang="en-US" sz="3600" b="1" i="1" dirty="0">
                <a:solidFill>
                  <a:srgbClr val="D60093"/>
                </a:solidFill>
                <a:latin typeface="Times New Roman" panose="02020603050405020304" pitchFamily="18" charset="0"/>
                <a:cs typeface="Times New Roman" panose="02020603050405020304" pitchFamily="18" charset="0"/>
              </a:rPr>
              <a:t>control flow, access control, and data storage</a:t>
            </a:r>
            <a:endParaRPr lang="en-US" altLang="en-US" sz="3600" b="1" i="1" dirty="0">
              <a:solidFill>
                <a:srgbClr val="D60093"/>
              </a:solidFill>
              <a:latin typeface="Times New Roman" panose="02020603050405020304" pitchFamily="18" charset="0"/>
              <a:ea typeface="Times New Roman" panose="02020603050405020304" pitchFamily="18" charset="0"/>
            </a:endParaRPr>
          </a:p>
        </p:txBody>
      </p:sp>
      <p:sp>
        <p:nvSpPr>
          <p:cNvPr id="10244"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Title 1"/>
          <p:cNvSpPr>
            <a:spLocks noGrp="1"/>
          </p:cNvSpPr>
          <p:nvPr>
            <p:ph type="title"/>
          </p:nvPr>
        </p:nvSpPr>
        <p:spPr>
          <a:xfrm>
            <a:off x="457200" y="0"/>
            <a:ext cx="8229600" cy="609600"/>
          </a:xfrm>
          <a:ln/>
        </p:spPr>
        <p:txBody>
          <a:bodyPr vert="horz" wrap="square" lIns="91440" tIns="45720" rIns="91440" bIns="45720" anchor="ctr" anchorCtr="0"/>
          <a:p>
            <a:r>
              <a:rPr lang="en-US" altLang="en-US" b="1" i="1" dirty="0">
                <a:solidFill>
                  <a:srgbClr val="D60093"/>
                </a:solidFill>
                <a:latin typeface="Times New Roman" panose="02020603050405020304" pitchFamily="18" charset="0"/>
                <a:cs typeface="Times New Roman" panose="02020603050405020304" pitchFamily="18" charset="0"/>
              </a:rPr>
              <a:t>4.3.3.1 Subsystem Decomposition</a:t>
            </a:r>
            <a:endParaRPr lang="en-US" altLang="en-US" b="1" i="1" dirty="0">
              <a:solidFill>
                <a:srgbClr val="D60093"/>
              </a:solidFill>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ts val="0"/>
              </a:spcBef>
              <a:spcAft>
                <a:spcPct val="0"/>
              </a:spcAft>
              <a:buClrTx/>
              <a:buSzTx/>
              <a:buFont typeface="Wingdings" panose="05000000000000000000" pitchFamily="2" charset="2"/>
              <a:buChar char="§"/>
              <a:defRPr/>
            </a:pPr>
            <a:r>
              <a:rPr kumimoji="0" lang="en-US" sz="3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Write </a:t>
            </a:r>
            <a:r>
              <a:rPr kumimoji="0" lang="en-US" sz="3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short description about the subsystem decomposition of the system you developed.</a:t>
            </a:r>
            <a:endParaRPr kumimoji="0" lang="en-US" sz="3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0" fontAlgn="base" latinLnBrk="0" hangingPunct="0">
              <a:lnSpc>
                <a:spcPct val="100000"/>
              </a:lnSpc>
              <a:spcBef>
                <a:spcPts val="0"/>
              </a:spcBef>
              <a:spcAft>
                <a:spcPct val="0"/>
              </a:spcAft>
              <a:buClrTx/>
              <a:buSzTx/>
              <a:buFont typeface="Wingdings" panose="05000000000000000000" pitchFamily="2" charset="2"/>
              <a:buChar char="§"/>
              <a:defRPr/>
            </a:pPr>
            <a:r>
              <a:rPr kumimoji="0" lang="en-US" sz="3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Show graphically the decomposition of the </a:t>
            </a:r>
            <a:r>
              <a:rPr kumimoji="0" lang="en-US" sz="3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subsystem. Use </a:t>
            </a:r>
            <a:r>
              <a:rPr kumimoji="0" lang="en-US" sz="3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DFD for your graphical representation</a:t>
            </a:r>
            <a:r>
              <a:rPr kumimoji="0" lang="en-US" sz="3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sz="3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0" fontAlgn="base" latinLnBrk="0" hangingPunct="0">
              <a:lnSpc>
                <a:spcPct val="100000"/>
              </a:lnSpc>
              <a:spcBef>
                <a:spcPts val="0"/>
              </a:spcBef>
              <a:spcAft>
                <a:spcPct val="0"/>
              </a:spcAft>
              <a:buClrTx/>
              <a:buSzTx/>
              <a:buFont typeface="Wingdings" panose="05000000000000000000" pitchFamily="2" charset="2"/>
              <a:buChar char="§"/>
              <a:defRPr/>
            </a:pPr>
            <a:r>
              <a:rPr kumimoji="0" lang="en-US" sz="3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Example: The following is a subsystem decomposition for pharmacy management system</a:t>
            </a:r>
            <a:endParaRPr kumimoji="0" lang="en-US" sz="3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0" fontAlgn="base" latinLnBrk="0" hangingPunct="0">
              <a:lnSpc>
                <a:spcPct val="100000"/>
              </a:lnSpc>
              <a:spcBef>
                <a:spcPts val="0"/>
              </a:spcBef>
              <a:spcAft>
                <a:spcPct val="0"/>
              </a:spcAft>
              <a:buClrTx/>
              <a:buSzTx/>
              <a:buFont typeface="Arial" panose="020B0604020202020204" pitchFamily="34" charset="0"/>
              <a:buNone/>
              <a:defRPr/>
            </a:pPr>
            <a:endParaRPr kumimoji="0" lang="en-US" sz="3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pic>
        <p:nvPicPr>
          <p:cNvPr id="11268" name="Picture 3"/>
          <p:cNvPicPr>
            <a:picLocks noChangeAspect="1"/>
          </p:cNvPicPr>
          <p:nvPr/>
        </p:nvPicPr>
        <p:blipFill>
          <a:blip r:embed="rId1"/>
          <a:stretch>
            <a:fillRect/>
          </a:stretch>
        </p:blipFill>
        <p:spPr>
          <a:xfrm>
            <a:off x="2743200" y="4191000"/>
            <a:ext cx="3732213" cy="2524125"/>
          </a:xfrm>
          <a:prstGeom prst="rect">
            <a:avLst/>
          </a:prstGeom>
          <a:noFill/>
          <a:ln w="9525">
            <a:noFill/>
          </a:ln>
        </p:spPr>
      </p:pic>
      <p:sp>
        <p:nvSpPr>
          <p:cNvPr id="11269"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Title 1"/>
          <p:cNvSpPr>
            <a:spLocks noGrp="1"/>
          </p:cNvSpPr>
          <p:nvPr>
            <p:ph type="title"/>
          </p:nvPr>
        </p:nvSpPr>
        <p:spPr>
          <a:xfrm>
            <a:off x="457200" y="0"/>
            <a:ext cx="8229600" cy="381000"/>
          </a:xfrm>
          <a:ln/>
        </p:spPr>
        <p:txBody>
          <a:bodyPr vert="horz" wrap="square" lIns="91440" tIns="45720" rIns="91440" bIns="45720" anchor="ctr" anchorCtr="0"/>
          <a:p>
            <a:r>
              <a:rPr lang="en-US" altLang="en-US" sz="3200" b="1" i="1" dirty="0">
                <a:solidFill>
                  <a:srgbClr val="000099"/>
                </a:solidFill>
                <a:latin typeface="Times New Roman" panose="02020603050405020304" pitchFamily="18" charset="0"/>
                <a:cs typeface="Times New Roman" panose="02020603050405020304" pitchFamily="18" charset="0"/>
              </a:rPr>
              <a:t>4.3.4 Hardware/Software Mapping</a:t>
            </a:r>
            <a:endParaRPr lang="en-US" altLang="en-US" sz="3200" dirty="0"/>
          </a:p>
        </p:txBody>
      </p:sp>
      <p:sp>
        <p:nvSpPr>
          <p:cNvPr id="3" name="Content Placeholder 2"/>
          <p:cNvSpPr>
            <a:spLocks noGrp="1"/>
          </p:cNvSpPr>
          <p:nvPr>
            <p:ph idx="1"/>
          </p:nvPr>
        </p:nvSpPr>
        <p:spPr>
          <a:xfrm>
            <a:off x="0" y="381000"/>
            <a:ext cx="9144000" cy="6324600"/>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 typeface="Wingdings" panose="05000000000000000000" pitchFamily="2" charset="2"/>
              <a:buChar char="§"/>
              <a:defRPr/>
            </a:pPr>
            <a:r>
              <a:rPr kumimoji="0" lang="en-US"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Describe about the hardware/software mapping of your system shortly and use graph for the hardware/software mapping of your system based on the nature your programming or scripting language and Database used for the development.</a:t>
            </a:r>
            <a:endParaRPr kumimoji="0" lang="en-US"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0" fontAlgn="base" latinLnBrk="0" hangingPunct="0">
              <a:lnSpc>
                <a:spcPct val="100000"/>
              </a:lnSpc>
              <a:spcBef>
                <a:spcPct val="20000"/>
              </a:spcBef>
              <a:spcAft>
                <a:spcPct val="0"/>
              </a:spcAft>
              <a:buClrTx/>
              <a:buSzTx/>
              <a:buFont typeface="Wingdings" panose="05000000000000000000" pitchFamily="2" charset="2"/>
              <a:buChar char="ü"/>
              <a:defRPr/>
            </a:pPr>
            <a:r>
              <a:rPr kumimoji="0" lang="en-US"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For example the following is the hardware/software mapping for pharmacy management system</a:t>
            </a:r>
            <a:endParaRPr kumimoji="0" lang="en-US"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pic>
        <p:nvPicPr>
          <p:cNvPr id="12292" name="Picture 3"/>
          <p:cNvPicPr>
            <a:picLocks noChangeAspect="1"/>
          </p:cNvPicPr>
          <p:nvPr/>
        </p:nvPicPr>
        <p:blipFill>
          <a:blip r:embed="rId1"/>
          <a:stretch>
            <a:fillRect/>
          </a:stretch>
        </p:blipFill>
        <p:spPr>
          <a:xfrm>
            <a:off x="1143000" y="3552825"/>
            <a:ext cx="6781800" cy="3333750"/>
          </a:xfrm>
          <a:prstGeom prst="rect">
            <a:avLst/>
          </a:prstGeom>
          <a:noFill/>
          <a:ln w="9525">
            <a:noFill/>
          </a:ln>
        </p:spPr>
      </p:pic>
      <p:sp>
        <p:nvSpPr>
          <p:cNvPr id="12293"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Title 1"/>
          <p:cNvSpPr>
            <a:spLocks noGrp="1"/>
          </p:cNvSpPr>
          <p:nvPr>
            <p:ph type="title"/>
          </p:nvPr>
        </p:nvSpPr>
        <p:spPr>
          <a:xfrm>
            <a:off x="457200" y="0"/>
            <a:ext cx="8229600" cy="381000"/>
          </a:xfrm>
          <a:ln/>
        </p:spPr>
        <p:txBody>
          <a:bodyPr vert="horz" wrap="square" lIns="91440" tIns="45720" rIns="91440" bIns="45720" anchor="ctr" anchorCtr="0"/>
          <a:p>
            <a:pPr>
              <a:spcBef>
                <a:spcPts val="600"/>
              </a:spcBef>
            </a:pPr>
            <a:r>
              <a:rPr lang="en-US" altLang="en-US" sz="3200" b="1" i="1" dirty="0">
                <a:solidFill>
                  <a:srgbClr val="FF0000"/>
                </a:solidFill>
                <a:latin typeface="Times New Roman" panose="02020603050405020304" pitchFamily="18" charset="0"/>
                <a:cs typeface="Times New Roman" panose="02020603050405020304" pitchFamily="18" charset="0"/>
              </a:rPr>
              <a:t>4.4 Object Oriented Class Diagram</a:t>
            </a:r>
            <a:endParaRPr lang="en-US" altLang="en-US" sz="3200" b="1" i="1" dirty="0">
              <a:solidFill>
                <a:srgbClr val="FF0000"/>
              </a:solidFill>
              <a:latin typeface="Times New Roman" panose="02020603050405020304" pitchFamily="18" charset="0"/>
              <a:ea typeface="Times New Roman" panose="02020603050405020304" pitchFamily="18" charset="0"/>
            </a:endParaRPr>
          </a:p>
        </p:txBody>
      </p:sp>
      <p:sp>
        <p:nvSpPr>
          <p:cNvPr id="7171" name="Content Placeholder 2"/>
          <p:cNvSpPr>
            <a:spLocks noGrp="1"/>
          </p:cNvSpPr>
          <p:nvPr>
            <p:ph idx="1"/>
          </p:nvPr>
        </p:nvSpPr>
        <p:spPr>
          <a:xfrm>
            <a:off x="0" y="381000"/>
            <a:ext cx="9144000" cy="6477000"/>
          </a:xfrm>
        </p:spPr>
        <p:txBody>
          <a:bodyPr vert="horz" wrap="square" lIns="91440" tIns="45720" rIns="91440" bIns="45720" numCol="1" anchor="t" anchorCtr="0" compatLnSpc="1"/>
          <a:lstStyle/>
          <a:p>
            <a:pPr marL="342900" marR="0" lvl="0" indent="-342900" algn="just" defTabSz="914400" rtl="0" eaLnBrk="1" fontAlgn="base" latinLnBrk="0" hangingPunct="1">
              <a:lnSpc>
                <a:spcPct val="100000"/>
              </a:lnSpc>
              <a:spcBef>
                <a:spcPts val="0"/>
              </a:spcBef>
              <a:spcAft>
                <a:spcPct val="0"/>
              </a:spcAft>
              <a:buClrTx/>
              <a:buSzTx/>
              <a:buFont typeface="Wingdings" panose="05000000000000000000" pitchFamily="2" charset="2"/>
              <a:buChar char="Ø"/>
              <a:defRPr/>
            </a:pPr>
            <a:r>
              <a:rPr kumimoji="0" lang="en-US" altLang="en-US"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Write short description about object oriented class diagram at the design phase by considering what makes this class diagram is different from the class diagram at analysis phase.</a:t>
            </a:r>
            <a:endParaRPr kumimoji="0" lang="en-US" altLang="en-US"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base" latinLnBrk="0" hangingPunct="1">
              <a:lnSpc>
                <a:spcPct val="100000"/>
              </a:lnSpc>
              <a:spcBef>
                <a:spcPts val="0"/>
              </a:spcBef>
              <a:spcAft>
                <a:spcPct val="0"/>
              </a:spcAft>
              <a:buClrTx/>
              <a:buSzTx/>
              <a:buFont typeface="Wingdings" panose="05000000000000000000" pitchFamily="2" charset="2"/>
              <a:buChar char="§"/>
              <a:defRPr/>
            </a:pPr>
            <a:r>
              <a:rPr kumimoji="0" lang="en-US" altLang="en-US"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Show graphically the object oriented class diagram.</a:t>
            </a:r>
            <a:endParaRPr kumimoji="0" lang="en-US" altLang="en-US"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base" latinLnBrk="0" hangingPunct="1">
              <a:lnSpc>
                <a:spcPct val="100000"/>
              </a:lnSpc>
              <a:spcBef>
                <a:spcPts val="0"/>
              </a:spcBef>
              <a:spcAft>
                <a:spcPct val="0"/>
              </a:spcAft>
              <a:buClrTx/>
              <a:buSzTx/>
              <a:buFont typeface="Wingdings" panose="05000000000000000000" pitchFamily="2" charset="2"/>
              <a:buChar char="Ø"/>
              <a:defRPr/>
            </a:pPr>
            <a:r>
              <a:rPr kumimoji="0" lang="en-US"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The </a:t>
            </a:r>
            <a:r>
              <a:rPr kumimoji="0" lang="en-US" sz="2800" b="1" i="1"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class model at the design level </a:t>
            </a:r>
            <a:r>
              <a:rPr kumimoji="0" lang="en-US"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will add some </a:t>
            </a:r>
            <a:r>
              <a:rPr kumimoji="0" lang="en-US" sz="2800" b="1" i="1" u="none" strike="noStrike" kern="1200" cap="none" spc="0" normalizeH="0" baseline="0" noProof="0" dirty="0" smtClean="0">
                <a:ln>
                  <a:noFill/>
                </a:ln>
                <a:solidFill>
                  <a:srgbClr val="280DF3"/>
                </a:solidFill>
                <a:effectLst/>
                <a:uLnTx/>
                <a:uFillTx/>
                <a:latin typeface="Times New Roman" panose="02020603050405020304" pitchFamily="18" charset="0"/>
                <a:ea typeface="+mn-ea"/>
                <a:cs typeface="Times New Roman" panose="02020603050405020304" pitchFamily="18" charset="0"/>
              </a:rPr>
              <a:t>additional details </a:t>
            </a:r>
            <a:r>
              <a:rPr kumimoji="0" lang="en-US"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than that of the </a:t>
            </a:r>
            <a:r>
              <a:rPr kumimoji="0" lang="en-US" sz="2800" b="1" i="1" u="none" strike="noStrike" kern="1200" cap="none" spc="0" normalizeH="0" baseline="0" noProof="0" dirty="0" smtClean="0">
                <a:ln>
                  <a:noFill/>
                </a:ln>
                <a:solidFill>
                  <a:srgbClr val="280DF3"/>
                </a:solidFill>
                <a:effectLst/>
                <a:uLnTx/>
                <a:uFillTx/>
                <a:latin typeface="Times New Roman" panose="02020603050405020304" pitchFamily="18" charset="0"/>
                <a:ea typeface="+mn-ea"/>
                <a:cs typeface="Times New Roman" panose="02020603050405020304" pitchFamily="18" charset="0"/>
              </a:rPr>
              <a:t>analysis level </a:t>
            </a:r>
            <a:r>
              <a:rPr kumimoji="0" lang="en-US"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class model. </a:t>
            </a:r>
            <a:endParaRPr kumimoji="0" lang="en-US"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base" latinLnBrk="0" hangingPunct="1">
              <a:lnSpc>
                <a:spcPct val="100000"/>
              </a:lnSpc>
              <a:spcBef>
                <a:spcPts val="0"/>
              </a:spcBef>
              <a:spcAft>
                <a:spcPct val="0"/>
              </a:spcAft>
              <a:buClrTx/>
              <a:buSzTx/>
              <a:buFont typeface="Wingdings" panose="05000000000000000000" pitchFamily="2" charset="2"/>
              <a:buChar char="Ø"/>
              <a:defRPr/>
            </a:pPr>
            <a:r>
              <a:rPr kumimoji="0" lang="en-US"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The </a:t>
            </a:r>
            <a:r>
              <a:rPr kumimoji="0" lang="en-US" sz="2800" b="1" i="1"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design level class model </a:t>
            </a:r>
            <a:r>
              <a:rPr kumimoji="0" lang="en-US"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will concentrate on </a:t>
            </a:r>
            <a:r>
              <a:rPr kumimoji="0" lang="en-US" sz="2800" b="1" i="1"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how to implement:</a:t>
            </a:r>
            <a:endParaRPr kumimoji="0" lang="en-US" sz="2800" b="1" i="1"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base" latinLnBrk="0" hangingPunct="1">
              <a:lnSpc>
                <a:spcPct val="100000"/>
              </a:lnSpc>
              <a:spcBef>
                <a:spcPts val="0"/>
              </a:spcBef>
              <a:spcAft>
                <a:spcPct val="0"/>
              </a:spcAft>
              <a:buClrTx/>
              <a:buSzTx/>
              <a:buFont typeface="Wingdings" panose="05000000000000000000" pitchFamily="2" charset="2"/>
              <a:buChar char="§"/>
              <a:defRPr/>
            </a:pPr>
            <a:r>
              <a:rPr kumimoji="0" lang="en-US" sz="2800" b="1" i="1" u="none" strike="noStrike" kern="1200" cap="none" spc="0" normalizeH="0" baseline="0" noProof="0" dirty="0" smtClean="0">
                <a:ln>
                  <a:noFill/>
                </a:ln>
                <a:solidFill>
                  <a:srgbClr val="3333FF"/>
                </a:solidFill>
                <a:effectLst/>
                <a:uLnTx/>
                <a:uFillTx/>
                <a:latin typeface="Times New Roman" panose="02020603050405020304" pitchFamily="18" charset="0"/>
                <a:ea typeface="+mn-ea"/>
                <a:cs typeface="Times New Roman" panose="02020603050405020304" pitchFamily="18" charset="0"/>
              </a:rPr>
              <a:t>Attributes, </a:t>
            </a:r>
            <a:endParaRPr kumimoji="0" lang="en-US" sz="2800" b="1" i="1" u="none" strike="noStrike" kern="1200" cap="none" spc="0" normalizeH="0" baseline="0" noProof="0" dirty="0" smtClean="0">
              <a:ln>
                <a:noFill/>
              </a:ln>
              <a:solidFill>
                <a:srgbClr val="3333FF"/>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base" latinLnBrk="0" hangingPunct="1">
              <a:lnSpc>
                <a:spcPct val="100000"/>
              </a:lnSpc>
              <a:spcBef>
                <a:spcPts val="0"/>
              </a:spcBef>
              <a:spcAft>
                <a:spcPct val="0"/>
              </a:spcAft>
              <a:buClrTx/>
              <a:buSzTx/>
              <a:buFont typeface="Wingdings" panose="05000000000000000000" pitchFamily="2" charset="2"/>
              <a:buChar char="§"/>
              <a:defRPr/>
            </a:pPr>
            <a:r>
              <a:rPr kumimoji="0" lang="en-US" sz="2800" b="1" i="1" u="none" strike="noStrike" kern="1200" cap="none" spc="0" normalizeH="0" baseline="0" noProof="0" dirty="0" smtClean="0">
                <a:ln>
                  <a:noFill/>
                </a:ln>
                <a:solidFill>
                  <a:srgbClr val="3333FF"/>
                </a:solidFill>
                <a:effectLst/>
                <a:uLnTx/>
                <a:uFillTx/>
                <a:latin typeface="Times New Roman" panose="02020603050405020304" pitchFamily="18" charset="0"/>
                <a:ea typeface="+mn-ea"/>
                <a:cs typeface="Times New Roman" panose="02020603050405020304" pitchFamily="18" charset="0"/>
              </a:rPr>
              <a:t>Methods,</a:t>
            </a:r>
            <a:endParaRPr kumimoji="0" lang="en-US" sz="2800" b="1" i="1" u="none" strike="noStrike" kern="1200" cap="none" spc="0" normalizeH="0" baseline="0" noProof="0" dirty="0" smtClean="0">
              <a:ln>
                <a:noFill/>
              </a:ln>
              <a:solidFill>
                <a:srgbClr val="3333FF"/>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base" latinLnBrk="0" hangingPunct="1">
              <a:lnSpc>
                <a:spcPct val="100000"/>
              </a:lnSpc>
              <a:spcBef>
                <a:spcPts val="0"/>
              </a:spcBef>
              <a:spcAft>
                <a:spcPct val="0"/>
              </a:spcAft>
              <a:buClrTx/>
              <a:buSzTx/>
              <a:buFont typeface="Wingdings" panose="05000000000000000000" pitchFamily="2" charset="2"/>
              <a:buChar char="§"/>
              <a:defRPr/>
            </a:pPr>
            <a:r>
              <a:rPr kumimoji="0" lang="en-US" sz="2800" b="1" i="1" u="none" strike="noStrike" kern="1200" cap="none" spc="0" normalizeH="0" baseline="0" noProof="0" dirty="0" smtClean="0">
                <a:ln>
                  <a:noFill/>
                </a:ln>
                <a:solidFill>
                  <a:srgbClr val="3333FF"/>
                </a:solidFill>
                <a:effectLst/>
                <a:uLnTx/>
                <a:uFillTx/>
                <a:latin typeface="Times New Roman" panose="02020603050405020304" pitchFamily="18" charset="0"/>
                <a:ea typeface="+mn-ea"/>
                <a:cs typeface="Times New Roman" panose="02020603050405020304" pitchFamily="18" charset="0"/>
              </a:rPr>
              <a:t>Relationships(inheritance, association, aggregation, composition and the likes)</a:t>
            </a:r>
            <a:r>
              <a:rPr kumimoji="0" lang="en-US"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566420" marR="0" lvl="0" indent="-457200" algn="just" defTabSz="914400" rtl="0" eaLnBrk="1" fontAlgn="base" latinLnBrk="0" hangingPunct="1">
              <a:lnSpc>
                <a:spcPct val="100000"/>
              </a:lnSpc>
              <a:spcBef>
                <a:spcPts val="0"/>
              </a:spcBef>
              <a:spcAft>
                <a:spcPct val="0"/>
              </a:spcAft>
              <a:buClrTx/>
              <a:buSzTx/>
              <a:buFont typeface="Wingdings" panose="05000000000000000000" pitchFamily="2" charset="2"/>
              <a:buChar char="§"/>
              <a:defRPr/>
            </a:pPr>
            <a:endParaRPr kumimoji="0" lang="en-US"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base" latinLnBrk="0" hangingPunct="1">
              <a:lnSpc>
                <a:spcPct val="100000"/>
              </a:lnSpc>
              <a:spcBef>
                <a:spcPts val="0"/>
              </a:spcBef>
              <a:spcAft>
                <a:spcPct val="0"/>
              </a:spcAft>
              <a:buClrTx/>
              <a:buSzTx/>
              <a:buFont typeface="Wingdings" panose="05000000000000000000" pitchFamily="2" charset="2"/>
              <a:buChar char="Ø"/>
              <a:defRPr/>
            </a:pPr>
            <a:endParaRPr kumimoji="0" lang="en-US" altLang="en-US" sz="2800" b="1" i="1" u="none" strike="noStrike" kern="120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endParaRPr>
          </a:p>
        </p:txBody>
      </p:sp>
      <p:sp>
        <p:nvSpPr>
          <p:cNvPr id="13316"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Title 1"/>
          <p:cNvSpPr>
            <a:spLocks noGrp="1"/>
          </p:cNvSpPr>
          <p:nvPr>
            <p:ph type="title"/>
          </p:nvPr>
        </p:nvSpPr>
        <p:spPr>
          <a:xfrm>
            <a:off x="301625" y="384175"/>
            <a:ext cx="8534400" cy="758825"/>
          </a:xfrm>
          <a:ln/>
        </p:spPr>
        <p:txBody>
          <a:bodyPr vert="horz" wrap="square" lIns="91440" tIns="45720" rIns="91440" bIns="45720" anchor="ctr" anchorCtr="0"/>
          <a:p>
            <a:pPr algn="just" eaLnBrk="1" hangingPunct="1"/>
            <a:r>
              <a:rPr lang="en-US" altLang="en-US" sz="2800" dirty="0">
                <a:latin typeface="Times New Roman" panose="02020603050405020304" pitchFamily="18" charset="0"/>
                <a:cs typeface="Times New Roman" panose="02020603050405020304" pitchFamily="18" charset="0"/>
              </a:rPr>
              <a:t>The following is an </a:t>
            </a:r>
            <a:r>
              <a:rPr lang="en-US" altLang="en-US" sz="2800" b="1" i="1" dirty="0">
                <a:latin typeface="Times New Roman" panose="02020603050405020304" pitchFamily="18" charset="0"/>
                <a:cs typeface="Times New Roman" panose="02020603050405020304" pitchFamily="18" charset="0"/>
              </a:rPr>
              <a:t>example</a:t>
            </a:r>
            <a:r>
              <a:rPr lang="en-US" altLang="en-US" sz="2800" dirty="0">
                <a:latin typeface="Times New Roman" panose="02020603050405020304" pitchFamily="18" charset="0"/>
                <a:cs typeface="Times New Roman" panose="02020603050405020304" pitchFamily="18" charset="0"/>
              </a:rPr>
              <a:t> to </a:t>
            </a:r>
            <a:r>
              <a:rPr lang="en-US" altLang="en-US" sz="2800" b="1" i="1" dirty="0">
                <a:latin typeface="Times New Roman" panose="02020603050405020304" pitchFamily="18" charset="0"/>
                <a:cs typeface="Times New Roman" panose="02020603050405020304" pitchFamily="18" charset="0"/>
              </a:rPr>
              <a:t>compare</a:t>
            </a:r>
            <a:r>
              <a:rPr lang="en-US" altLang="en-US" sz="2800" dirty="0">
                <a:latin typeface="Times New Roman" panose="02020603050405020304" pitchFamily="18" charset="0"/>
                <a:cs typeface="Times New Roman" panose="02020603050405020304" pitchFamily="18" charset="0"/>
              </a:rPr>
              <a:t> </a:t>
            </a:r>
            <a:r>
              <a:rPr lang="en-US" altLang="en-US" sz="2800" b="1" i="1" dirty="0">
                <a:solidFill>
                  <a:srgbClr val="FF0000"/>
                </a:solidFill>
                <a:latin typeface="Times New Roman" panose="02020603050405020304" pitchFamily="18" charset="0"/>
                <a:cs typeface="Times New Roman" panose="02020603050405020304" pitchFamily="18" charset="0"/>
              </a:rPr>
              <a:t>Analysis</a:t>
            </a:r>
            <a:r>
              <a:rPr lang="en-US" altLang="en-US" sz="2800" dirty="0">
                <a:latin typeface="Times New Roman" panose="02020603050405020304" pitchFamily="18" charset="0"/>
                <a:cs typeface="Times New Roman" panose="02020603050405020304" pitchFamily="18" charset="0"/>
              </a:rPr>
              <a:t> and </a:t>
            </a:r>
            <a:r>
              <a:rPr lang="en-US" altLang="en-US" sz="2800" b="1" i="1" dirty="0">
                <a:solidFill>
                  <a:srgbClr val="FF0000"/>
                </a:solidFill>
                <a:latin typeface="Times New Roman" panose="02020603050405020304" pitchFamily="18" charset="0"/>
                <a:cs typeface="Times New Roman" panose="02020603050405020304" pitchFamily="18" charset="0"/>
              </a:rPr>
              <a:t>design</a:t>
            </a:r>
            <a:r>
              <a:rPr lang="en-US" altLang="en-US" sz="2800" dirty="0">
                <a:latin typeface="Times New Roman" panose="02020603050405020304" pitchFamily="18" charset="0"/>
                <a:cs typeface="Times New Roman" panose="02020603050405020304" pitchFamily="18" charset="0"/>
              </a:rPr>
              <a:t> versions of a class diagram</a:t>
            </a:r>
            <a:endParaRPr lang="en-US" altLang="en-US" sz="2800" dirty="0">
              <a:latin typeface="Times New Roman" panose="02020603050405020304" pitchFamily="18" charset="0"/>
              <a:ea typeface="Times New Roman" panose="02020603050405020304" pitchFamily="18" charset="0"/>
            </a:endParaRPr>
          </a:p>
        </p:txBody>
      </p:sp>
      <p:sp>
        <p:nvSpPr>
          <p:cNvPr id="15363" name="Slide Number Placeholder 3"/>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GB" altLang="en-US" sz="1200" dirty="0">
                <a:solidFill>
                  <a:srgbClr val="898989"/>
                </a:solidFill>
                <a:cs typeface="Arial" panose="020B0604020202020204" pitchFamily="34" charset="0"/>
              </a:rPr>
            </a:fld>
            <a:endParaRPr lang="en-GB" altLang="en-US" sz="1200" dirty="0">
              <a:solidFill>
                <a:srgbClr val="898989"/>
              </a:solidFill>
              <a:ea typeface="Arial" panose="020B0604020202020204" pitchFamily="34" charset="0"/>
              <a:cs typeface="Arial" panose="020B0604020202020204" pitchFamily="34" charset="0"/>
            </a:endParaRPr>
          </a:p>
        </p:txBody>
      </p:sp>
      <p:graphicFrame>
        <p:nvGraphicFramePr>
          <p:cNvPr id="5" name="Table 4"/>
          <p:cNvGraphicFramePr>
            <a:graphicFrameLocks noGrp="1"/>
          </p:cNvGraphicFramePr>
          <p:nvPr/>
        </p:nvGraphicFramePr>
        <p:xfrm>
          <a:off x="609600" y="1600200"/>
          <a:ext cx="8305800" cy="4787900"/>
        </p:xfrm>
        <a:graphic>
          <a:graphicData uri="http://schemas.openxmlformats.org/drawingml/2006/table">
            <a:tbl>
              <a:tblPr/>
              <a:tblGrid>
                <a:gridCol w="3279404"/>
                <a:gridCol w="5026396"/>
              </a:tblGrid>
              <a:tr h="487680">
                <a:tc>
                  <a:txBody>
                    <a:bodyPr/>
                    <a:lstStyle/>
                    <a:p>
                      <a:pPr marL="0" marR="0" algn="ctr"/>
                      <a:r>
                        <a:rPr lang="en-US" sz="2800" b="1" dirty="0">
                          <a:latin typeface="Times New Roman" panose="02020603050405020304"/>
                          <a:ea typeface="Times New Roman" panose="02020603050405020304"/>
                        </a:rPr>
                        <a:t>Analysis Level</a:t>
                      </a:r>
                      <a:endParaRPr lang="en-US" sz="2800" b="1" dirty="0">
                        <a:latin typeface="Times New Roman" panose="02020603050405020304"/>
                        <a:ea typeface="Times New Roman" panose="02020603050405020304"/>
                      </a:endParaRPr>
                    </a:p>
                  </a:txBody>
                  <a:tcPr marL="68580" marR="68580" marT="0" marB="0">
                    <a:lnL>
                      <a:noFill/>
                    </a:lnL>
                    <a:lnR>
                      <a:noFill/>
                    </a:lnR>
                    <a:lnT>
                      <a:noFill/>
                    </a:lnT>
                    <a:lnB>
                      <a:noFill/>
                    </a:lnB>
                  </a:tcPr>
                </a:tc>
                <a:tc>
                  <a:txBody>
                    <a:bodyPr/>
                    <a:lstStyle/>
                    <a:p>
                      <a:pPr marL="0" marR="0" algn="ctr"/>
                      <a:r>
                        <a:rPr lang="en-US" sz="3200" b="1" dirty="0">
                          <a:latin typeface="Times New Roman" panose="02020603050405020304"/>
                          <a:ea typeface="Times New Roman" panose="02020603050405020304"/>
                        </a:rPr>
                        <a:t>Design Level</a:t>
                      </a:r>
                      <a:endParaRPr lang="en-US" sz="3200" b="1" dirty="0">
                        <a:latin typeface="Times New Roman" panose="02020603050405020304"/>
                        <a:ea typeface="Times New Roman" panose="02020603050405020304"/>
                      </a:endParaRPr>
                    </a:p>
                  </a:txBody>
                  <a:tcPr marL="68580" marR="68580" marT="0" marB="0">
                    <a:lnL>
                      <a:noFill/>
                    </a:lnL>
                    <a:lnR>
                      <a:noFill/>
                    </a:lnR>
                    <a:lnT>
                      <a:noFill/>
                    </a:lnT>
                    <a:lnB>
                      <a:noFill/>
                    </a:lnB>
                  </a:tcPr>
                </a:tc>
              </a:tr>
              <a:tr h="4300220">
                <a:tc>
                  <a:txBody>
                    <a:bodyPr/>
                    <a:lstStyle/>
                    <a:p>
                      <a:pPr marL="0" marR="0"/>
                      <a:endParaRPr lang="en-US" sz="1200">
                        <a:latin typeface="Times New Roman" panose="02020603050405020304"/>
                        <a:ea typeface="Times New Roman" panose="02020603050405020304"/>
                      </a:endParaRPr>
                    </a:p>
                  </a:txBody>
                  <a:tcPr marL="68580" marR="68580" marT="0" marB="0">
                    <a:lnL>
                      <a:noFill/>
                    </a:lnL>
                    <a:lnR>
                      <a:noFill/>
                    </a:lnR>
                    <a:lnT>
                      <a:noFill/>
                    </a:lnT>
                    <a:lnB>
                      <a:noFill/>
                    </a:lnB>
                  </a:tcPr>
                </a:tc>
                <a:tc>
                  <a:txBody>
                    <a:bodyPr/>
                    <a:lstStyle/>
                    <a:p>
                      <a:pPr marL="0" marR="0"/>
                      <a:endParaRPr lang="en-US" sz="1200" dirty="0">
                        <a:latin typeface="Times New Roman" panose="02020603050405020304"/>
                        <a:ea typeface="Times New Roman" panose="02020603050405020304"/>
                      </a:endParaRPr>
                    </a:p>
                  </a:txBody>
                  <a:tcPr marL="68580" marR="68580" marT="0" marB="0">
                    <a:lnL>
                      <a:noFill/>
                    </a:lnL>
                    <a:lnR>
                      <a:noFill/>
                    </a:lnR>
                    <a:lnT>
                      <a:noFill/>
                    </a:lnT>
                    <a:lnB>
                      <a:noFill/>
                    </a:lnB>
                  </a:tcPr>
                </a:tc>
              </a:tr>
            </a:tbl>
          </a:graphicData>
        </a:graphic>
      </p:graphicFrame>
      <p:pic>
        <p:nvPicPr>
          <p:cNvPr id="15369" name="Picture 1" descr="http://www.agilemodeling.com/images/style/classDiagramAnalysisVsDesign.gif"/>
          <p:cNvPicPr>
            <a:picLocks noChangeAspect="1"/>
          </p:cNvPicPr>
          <p:nvPr/>
        </p:nvPicPr>
        <p:blipFill>
          <a:blip r:embed="rId1" r:link="rId2"/>
          <a:srcRect l="34200" t="14517" r="4601" b="12883"/>
          <a:stretch>
            <a:fillRect/>
          </a:stretch>
        </p:blipFill>
        <p:spPr>
          <a:xfrm>
            <a:off x="4260850" y="2362200"/>
            <a:ext cx="4730750" cy="3352800"/>
          </a:xfrm>
          <a:prstGeom prst="rect">
            <a:avLst/>
          </a:prstGeom>
          <a:noFill/>
          <a:ln w="19050" cap="flat" cmpd="sng">
            <a:solidFill>
              <a:srgbClr val="000000"/>
            </a:solidFill>
            <a:prstDash val="solid"/>
            <a:miter/>
            <a:headEnd type="none" w="med" len="med"/>
            <a:tailEnd type="none" w="med" len="med"/>
          </a:ln>
        </p:spPr>
      </p:pic>
      <p:pic>
        <p:nvPicPr>
          <p:cNvPr id="15370" name="Picture 2" descr="http://www.agilemodeling.com/images/style/classDiagramAnalysisVsDesign.gif"/>
          <p:cNvPicPr>
            <a:picLocks noChangeAspect="1"/>
          </p:cNvPicPr>
          <p:nvPr/>
        </p:nvPicPr>
        <p:blipFill>
          <a:blip r:embed="rId1" r:link="rId2"/>
          <a:srcRect t="13364" r="69000" b="26598"/>
          <a:stretch>
            <a:fillRect/>
          </a:stretch>
        </p:blipFill>
        <p:spPr>
          <a:xfrm>
            <a:off x="533400" y="2895600"/>
            <a:ext cx="3124200" cy="2909888"/>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Title 1"/>
          <p:cNvSpPr>
            <a:spLocks noGrp="1"/>
          </p:cNvSpPr>
          <p:nvPr>
            <p:ph type="title"/>
          </p:nvPr>
        </p:nvSpPr>
        <p:spPr>
          <a:xfrm>
            <a:off x="457200" y="0"/>
            <a:ext cx="8229600" cy="457200"/>
          </a:xfrm>
          <a:ln/>
        </p:spPr>
        <p:txBody>
          <a:bodyPr vert="horz" wrap="square" lIns="91440" tIns="45720" rIns="91440" bIns="45720" anchor="ctr" anchorCtr="0"/>
          <a:p>
            <a:pPr>
              <a:spcBef>
                <a:spcPts val="600"/>
              </a:spcBef>
            </a:pPr>
            <a:r>
              <a:rPr lang="en-US" altLang="en-US" sz="3200" b="1" i="1" dirty="0">
                <a:solidFill>
                  <a:srgbClr val="FF0000"/>
                </a:solidFill>
                <a:latin typeface="Times New Roman" panose="02020603050405020304" pitchFamily="18" charset="0"/>
                <a:cs typeface="Times New Roman" panose="02020603050405020304" pitchFamily="18" charset="0"/>
              </a:rPr>
              <a:t>4.5 Collaboration Modeling</a:t>
            </a:r>
            <a:endParaRPr lang="en-US" altLang="en-US" sz="3200" b="1" i="1" dirty="0">
              <a:solidFill>
                <a:srgbClr val="FF0000"/>
              </a:solidFill>
              <a:latin typeface="Times New Roman" panose="02020603050405020304" pitchFamily="18" charset="0"/>
              <a:ea typeface="Times New Roman" panose="02020603050405020304" pitchFamily="18" charset="0"/>
            </a:endParaRPr>
          </a:p>
        </p:txBody>
      </p:sp>
      <p:sp>
        <p:nvSpPr>
          <p:cNvPr id="16387" name="Content Placeholder 2"/>
          <p:cNvSpPr>
            <a:spLocks noGrp="1"/>
          </p:cNvSpPr>
          <p:nvPr>
            <p:ph idx="1"/>
          </p:nvPr>
        </p:nvSpPr>
        <p:spPr>
          <a:xfrm>
            <a:off x="152400" y="457200"/>
            <a:ext cx="8763000" cy="6400800"/>
          </a:xfrm>
          <a:ln/>
        </p:spPr>
        <p:txBody>
          <a:bodyPr vert="horz" wrap="square" lIns="91440" tIns="45720" rIns="91440" bIns="45720" anchor="t" anchorCtr="0"/>
          <a:p>
            <a:pPr algn="just" eaLnBrk="1" hangingPunct="1">
              <a:spcBef>
                <a:spcPts val="600"/>
              </a:spcBef>
              <a:buFont typeface="Wingdings" panose="05000000000000000000" pitchFamily="2" charset="2"/>
              <a:buChar char="Ø"/>
            </a:pPr>
            <a:r>
              <a:rPr lang="en-US" altLang="en-US" sz="3000" b="1" i="1" dirty="0">
                <a:solidFill>
                  <a:srgbClr val="006600"/>
                </a:solidFill>
                <a:latin typeface="Times New Roman" panose="02020603050405020304" pitchFamily="18" charset="0"/>
                <a:cs typeface="Times New Roman" panose="02020603050405020304" pitchFamily="18" charset="0"/>
              </a:rPr>
              <a:t>Write short description about </a:t>
            </a:r>
            <a:r>
              <a:rPr lang="en-US" altLang="en-US" sz="3000" b="1" i="1" dirty="0">
                <a:solidFill>
                  <a:srgbClr val="0000FF"/>
                </a:solidFill>
                <a:latin typeface="Times New Roman" panose="02020603050405020304" pitchFamily="18" charset="0"/>
                <a:cs typeface="Times New Roman" panose="02020603050405020304" pitchFamily="18" charset="0"/>
              </a:rPr>
              <a:t>collaboration modeling </a:t>
            </a:r>
            <a:r>
              <a:rPr lang="en-US" altLang="en-US" sz="3000" b="1" i="1" dirty="0">
                <a:solidFill>
                  <a:srgbClr val="006600"/>
                </a:solidFill>
                <a:latin typeface="Times New Roman" panose="02020603050405020304" pitchFamily="18" charset="0"/>
                <a:cs typeface="Times New Roman" panose="02020603050405020304" pitchFamily="18" charset="0"/>
              </a:rPr>
              <a:t>by considering the source of information and what makes this model is different from sequence diagram.</a:t>
            </a:r>
            <a:endParaRPr lang="en-US" altLang="en-US" sz="3000" b="1" i="1" dirty="0">
              <a:solidFill>
                <a:srgbClr val="006600"/>
              </a:solidFill>
              <a:latin typeface="Times New Roman" panose="02020603050405020304" pitchFamily="18" charset="0"/>
              <a:cs typeface="Times New Roman" panose="02020603050405020304" pitchFamily="18" charset="0"/>
            </a:endParaRPr>
          </a:p>
          <a:p>
            <a:pPr algn="just" eaLnBrk="1" hangingPunct="1">
              <a:spcBef>
                <a:spcPts val="600"/>
              </a:spcBef>
              <a:buFont typeface="Wingdings" panose="05000000000000000000" pitchFamily="2" charset="2"/>
              <a:buChar char="Ø"/>
            </a:pPr>
            <a:r>
              <a:rPr lang="en-US" altLang="en-US" sz="3000" b="1" i="1" dirty="0">
                <a:solidFill>
                  <a:srgbClr val="FF0000"/>
                </a:solidFill>
                <a:latin typeface="Times New Roman" panose="02020603050405020304" pitchFamily="18" charset="0"/>
                <a:cs typeface="Times New Roman" panose="02020603050405020304" pitchFamily="18" charset="0"/>
              </a:rPr>
              <a:t>Collaboration Diagrams </a:t>
            </a:r>
            <a:r>
              <a:rPr lang="en-US" altLang="en-US" sz="3000" dirty="0">
                <a:latin typeface="Times New Roman" panose="02020603050405020304" pitchFamily="18" charset="0"/>
                <a:cs typeface="Times New Roman" panose="02020603050405020304" pitchFamily="18" charset="0"/>
              </a:rPr>
              <a:t>show the same information as a </a:t>
            </a:r>
            <a:r>
              <a:rPr lang="en-US" altLang="en-US" sz="3000" b="1" i="1" dirty="0">
                <a:latin typeface="Times New Roman" panose="02020603050405020304" pitchFamily="18" charset="0"/>
                <a:cs typeface="Times New Roman" panose="02020603050405020304" pitchFamily="18" charset="0"/>
              </a:rPr>
              <a:t>sequence diagram</a:t>
            </a:r>
            <a:r>
              <a:rPr lang="en-US" altLang="en-US" sz="3000" dirty="0">
                <a:latin typeface="Times New Roman" panose="02020603050405020304" pitchFamily="18" charset="0"/>
                <a:cs typeface="Times New Roman" panose="02020603050405020304" pitchFamily="18" charset="0"/>
              </a:rPr>
              <a:t>. Semantically similar. But</a:t>
            </a:r>
            <a:endParaRPr lang="en-US" altLang="en-US" sz="3000" dirty="0">
              <a:latin typeface="Times New Roman" panose="02020603050405020304" pitchFamily="18" charset="0"/>
              <a:cs typeface="Times New Roman" panose="02020603050405020304" pitchFamily="18" charset="0"/>
            </a:endParaRPr>
          </a:p>
          <a:p>
            <a:pPr algn="just" eaLnBrk="1" hangingPunct="1">
              <a:spcBef>
                <a:spcPts val="600"/>
              </a:spcBef>
              <a:buFont typeface="Wingdings" panose="05000000000000000000" pitchFamily="2" charset="2"/>
              <a:buChar char="§"/>
            </a:pPr>
            <a:r>
              <a:rPr lang="en-US" altLang="en-US" sz="3000" dirty="0">
                <a:latin typeface="Times New Roman" panose="02020603050405020304" pitchFamily="18" charset="0"/>
                <a:cs typeface="Times New Roman" panose="02020603050405020304" pitchFamily="18" charset="0"/>
              </a:rPr>
              <a:t>A </a:t>
            </a:r>
            <a:r>
              <a:rPr lang="en-US" altLang="en-US" sz="3000" b="1" i="1" dirty="0">
                <a:solidFill>
                  <a:srgbClr val="0000FF"/>
                </a:solidFill>
                <a:latin typeface="Times New Roman" panose="02020603050405020304" pitchFamily="18" charset="0"/>
                <a:cs typeface="Times New Roman" panose="02020603050405020304" pitchFamily="18" charset="0"/>
              </a:rPr>
              <a:t>collaboration diagram emphasizes the relationship of the objects that participate in an interaction</a:t>
            </a:r>
            <a:r>
              <a:rPr lang="en-US" altLang="en-US" sz="3000" dirty="0">
                <a:latin typeface="Times New Roman" panose="02020603050405020304" pitchFamily="18" charset="0"/>
                <a:cs typeface="Times New Roman" panose="02020603050405020304" pitchFamily="18" charset="0"/>
              </a:rPr>
              <a:t>. </a:t>
            </a:r>
            <a:endParaRPr lang="en-US" altLang="en-US" sz="3000" dirty="0">
              <a:latin typeface="Times New Roman" panose="02020603050405020304" pitchFamily="18" charset="0"/>
              <a:cs typeface="Times New Roman" panose="02020603050405020304" pitchFamily="18" charset="0"/>
            </a:endParaRPr>
          </a:p>
          <a:p>
            <a:pPr algn="just" eaLnBrk="1" hangingPunct="1">
              <a:spcBef>
                <a:spcPts val="600"/>
              </a:spcBef>
              <a:buFont typeface="Wingdings" panose="05000000000000000000" pitchFamily="2" charset="2"/>
              <a:buChar char="§"/>
            </a:pPr>
            <a:r>
              <a:rPr lang="en-US" altLang="en-US" sz="3000" b="1" i="1" dirty="0">
                <a:solidFill>
                  <a:srgbClr val="CC0066"/>
                </a:solidFill>
                <a:latin typeface="Times New Roman" panose="02020603050405020304" pitchFamily="18" charset="0"/>
                <a:cs typeface="Times New Roman" panose="02020603050405020304" pitchFamily="18" charset="0"/>
              </a:rPr>
              <a:t> But it don’t have to show the lifeline of an object explicitly in a collaboration diagram</a:t>
            </a:r>
            <a:r>
              <a:rPr lang="en-US" altLang="en-US" sz="3000" dirty="0">
                <a:latin typeface="Times New Roman" panose="02020603050405020304" pitchFamily="18" charset="0"/>
                <a:cs typeface="Times New Roman" panose="02020603050405020304" pitchFamily="18" charset="0"/>
              </a:rPr>
              <a:t>.</a:t>
            </a:r>
            <a:endParaRPr lang="en-US" altLang="en-US" sz="3000" dirty="0">
              <a:latin typeface="Times New Roman" panose="02020603050405020304" pitchFamily="18" charset="0"/>
              <a:cs typeface="Times New Roman" panose="02020603050405020304" pitchFamily="18" charset="0"/>
            </a:endParaRPr>
          </a:p>
          <a:p>
            <a:pPr algn="just" eaLnBrk="1" hangingPunct="1">
              <a:spcBef>
                <a:spcPts val="600"/>
              </a:spcBef>
              <a:buFont typeface="Wingdings" panose="05000000000000000000" pitchFamily="2" charset="2"/>
              <a:buChar char="§"/>
            </a:pPr>
            <a:r>
              <a:rPr lang="en-US" altLang="en-US" sz="3000" b="1" i="1" dirty="0">
                <a:solidFill>
                  <a:srgbClr val="006600"/>
                </a:solidFill>
                <a:latin typeface="Times New Roman" panose="02020603050405020304" pitchFamily="18" charset="0"/>
                <a:cs typeface="Times New Roman" panose="02020603050405020304" pitchFamily="18" charset="0"/>
              </a:rPr>
              <a:t>Show graphically some of the collaboration diagram with few explanation.</a:t>
            </a:r>
            <a:endParaRPr lang="en-US" altLang="en-US" sz="3000" b="1" i="1" dirty="0">
              <a:solidFill>
                <a:srgbClr val="006600"/>
              </a:solidFill>
              <a:latin typeface="Times New Roman" panose="02020603050405020304" pitchFamily="18" charset="0"/>
              <a:ea typeface="Times New Roman" panose="02020603050405020304" pitchFamily="18" charset="0"/>
            </a:endParaRPr>
          </a:p>
        </p:txBody>
      </p:sp>
      <p:sp>
        <p:nvSpPr>
          <p:cNvPr id="16388"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type="title"/>
          </p:nvPr>
        </p:nvSpPr>
        <p:spPr>
          <a:xfrm>
            <a:off x="457200" y="152400"/>
            <a:ext cx="8229600" cy="685800"/>
          </a:xfrm>
          <a:ln/>
        </p:spPr>
        <p:txBody>
          <a:bodyPr vert="horz" wrap="square" lIns="91440" tIns="45720" rIns="91440" bIns="45720" anchor="ctr" anchorCtr="0"/>
          <a:p>
            <a:pPr eaLnBrk="1" hangingPunct="1"/>
            <a:r>
              <a:rPr lang="en-US" altLang="en-US" sz="3200" b="1" dirty="0">
                <a:solidFill>
                  <a:srgbClr val="280DF3"/>
                </a:solidFill>
                <a:latin typeface="Times New Roman" panose="02020603050405020304" pitchFamily="18" charset="0"/>
                <a:cs typeface="Times New Roman" panose="02020603050405020304" pitchFamily="18" charset="0"/>
              </a:rPr>
              <a:t>Collaboration Diagram Example</a:t>
            </a:r>
            <a:endParaRPr lang="en-US" altLang="en-US" sz="3200" b="1" dirty="0">
              <a:solidFill>
                <a:srgbClr val="280DF3"/>
              </a:solidFill>
              <a:latin typeface="Times New Roman" panose="02020603050405020304" pitchFamily="18" charset="0"/>
              <a:ea typeface="Times New Roman" panose="02020603050405020304" pitchFamily="18" charset="0"/>
            </a:endParaRPr>
          </a:p>
        </p:txBody>
      </p:sp>
      <p:sp>
        <p:nvSpPr>
          <p:cNvPr id="17411" name="Slide Number Placeholder 5"/>
          <p:cNvSpPr txBox="1">
            <a:spLocks noGrp="1"/>
          </p:cNvSpPr>
          <p:nvPr>
            <p:ph type="sldNum" sz="quarter" idx="12"/>
          </p:nvPr>
        </p:nvSpPr>
        <p:spPr>
          <a:noFill/>
          <a:ln>
            <a:noFill/>
          </a:ln>
        </p:spPr>
        <p:txBody>
          <a:bodyPr anchor="ctr" anchorCtr="0"/>
          <a:p>
            <a:pPr marL="0" indent="0" algn="r" eaLnBrk="1" hangingPunct="1">
              <a:spcBef>
                <a:spcPct val="0"/>
              </a:spcBef>
              <a:buFontTx/>
              <a:buNone/>
            </a:pPr>
            <a:r>
              <a:rPr lang="en-US" altLang="en-US" sz="1200" dirty="0">
                <a:solidFill>
                  <a:srgbClr val="898989"/>
                </a:solidFill>
                <a:cs typeface="Arial" panose="020B0604020202020204" pitchFamily="34" charset="0"/>
              </a:rPr>
              <a:t>18-</a:t>
            </a: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pic>
        <p:nvPicPr>
          <p:cNvPr id="17412" name="Picture 5" descr="FIG18_14"/>
          <p:cNvPicPr>
            <a:picLocks noChangeAspect="1"/>
          </p:cNvPicPr>
          <p:nvPr/>
        </p:nvPicPr>
        <p:blipFill>
          <a:blip r:embed="rId1"/>
          <a:stretch>
            <a:fillRect/>
          </a:stretch>
        </p:blipFill>
        <p:spPr>
          <a:xfrm>
            <a:off x="0" y="914400"/>
            <a:ext cx="9144000" cy="5638800"/>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Title 1"/>
          <p:cNvSpPr>
            <a:spLocks noGrp="1"/>
          </p:cNvSpPr>
          <p:nvPr>
            <p:ph type="title"/>
          </p:nvPr>
        </p:nvSpPr>
        <p:spPr>
          <a:xfrm>
            <a:off x="457200" y="0"/>
            <a:ext cx="8229600" cy="457200"/>
          </a:xfrm>
          <a:ln/>
        </p:spPr>
        <p:txBody>
          <a:bodyPr vert="horz" wrap="square" lIns="91440" tIns="45720" rIns="91440" bIns="45720" anchor="ctr" anchorCtr="0"/>
          <a:p>
            <a:pPr>
              <a:spcBef>
                <a:spcPts val="600"/>
              </a:spcBef>
            </a:pPr>
            <a:r>
              <a:rPr lang="en-US" altLang="en-US" sz="3200" b="1" i="1" dirty="0">
                <a:solidFill>
                  <a:srgbClr val="0000FF"/>
                </a:solidFill>
                <a:latin typeface="Times New Roman" panose="02020603050405020304" pitchFamily="18" charset="0"/>
                <a:cs typeface="Times New Roman" panose="02020603050405020304" pitchFamily="18" charset="0"/>
              </a:rPr>
              <a:t>4.6 Component Modeling</a:t>
            </a:r>
            <a:endParaRPr lang="en-US" altLang="en-US" sz="3200" b="1" i="1" dirty="0">
              <a:solidFill>
                <a:srgbClr val="0000FF"/>
              </a:solidFill>
              <a:latin typeface="Times New Roman" panose="02020603050405020304" pitchFamily="18" charset="0"/>
              <a:ea typeface="Times New Roman" panose="02020603050405020304" pitchFamily="18" charset="0"/>
            </a:endParaRPr>
          </a:p>
        </p:txBody>
      </p:sp>
      <p:sp>
        <p:nvSpPr>
          <p:cNvPr id="18435" name="Content Placeholder 2"/>
          <p:cNvSpPr>
            <a:spLocks noGrp="1"/>
          </p:cNvSpPr>
          <p:nvPr>
            <p:ph idx="1"/>
          </p:nvPr>
        </p:nvSpPr>
        <p:spPr>
          <a:xfrm>
            <a:off x="304800" y="457200"/>
            <a:ext cx="8534400" cy="6400800"/>
          </a:xfrm>
          <a:ln/>
        </p:spPr>
        <p:txBody>
          <a:bodyPr vert="horz" wrap="square" lIns="91440" tIns="45720" rIns="91440" bIns="45720" anchor="t" anchorCtr="0"/>
          <a:p>
            <a:pPr algn="just" eaLnBrk="1" hangingPunct="1">
              <a:spcBef>
                <a:spcPct val="0"/>
              </a:spcBef>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Write Short description about the use of this modeling to design the proposed system.</a:t>
            </a:r>
            <a:endParaRPr lang="en-US" altLang="en-US" dirty="0">
              <a:latin typeface="Times New Roman" panose="02020603050405020304" pitchFamily="18" charset="0"/>
              <a:cs typeface="Times New Roman" panose="02020603050405020304" pitchFamily="18" charset="0"/>
            </a:endParaRPr>
          </a:p>
          <a:p>
            <a:pPr algn="just" eaLnBrk="1" hangingPunct="1">
              <a:spcBef>
                <a:spcPct val="0"/>
              </a:spcBef>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Model the </a:t>
            </a:r>
            <a:r>
              <a:rPr lang="en-US" altLang="en-US" b="1" i="1" dirty="0">
                <a:latin typeface="Times New Roman" panose="02020603050405020304" pitchFamily="18" charset="0"/>
                <a:cs typeface="Times New Roman" panose="02020603050405020304" pitchFamily="18" charset="0"/>
              </a:rPr>
              <a:t>components</a:t>
            </a:r>
            <a:r>
              <a:rPr lang="en-US" altLang="en-US" dirty="0">
                <a:latin typeface="Times New Roman" panose="02020603050405020304" pitchFamily="18" charset="0"/>
                <a:cs typeface="Times New Roman" panose="02020603050405020304" pitchFamily="18" charset="0"/>
              </a:rPr>
              <a:t> to represent the different </a:t>
            </a:r>
            <a:r>
              <a:rPr lang="en-US" altLang="en-US" b="1" i="1" dirty="0">
                <a:solidFill>
                  <a:srgbClr val="0000FF"/>
                </a:solidFill>
                <a:latin typeface="Times New Roman" panose="02020603050405020304" pitchFamily="18" charset="0"/>
                <a:cs typeface="Times New Roman" panose="02020603050405020304" pitchFamily="18" charset="0"/>
              </a:rPr>
              <a:t>high-level reusable parts of a system </a:t>
            </a:r>
            <a:r>
              <a:rPr lang="en-US" altLang="en-US" dirty="0">
                <a:latin typeface="Times New Roman" panose="02020603050405020304" pitchFamily="18" charset="0"/>
                <a:cs typeface="Times New Roman" panose="02020603050405020304" pitchFamily="18" charset="0"/>
              </a:rPr>
              <a:t>and also to captures the </a:t>
            </a:r>
            <a:r>
              <a:rPr lang="en-US" altLang="en-US" b="1" i="1" dirty="0">
                <a:solidFill>
                  <a:srgbClr val="FF0000"/>
                </a:solidFill>
                <a:latin typeface="Times New Roman" panose="02020603050405020304" pitchFamily="18" charset="0"/>
                <a:cs typeface="Times New Roman" panose="02020603050405020304" pitchFamily="18" charset="0"/>
              </a:rPr>
              <a:t>inter-relationships</a:t>
            </a:r>
            <a:r>
              <a:rPr lang="en-US" altLang="en-US" b="1" i="1" dirty="0">
                <a:latin typeface="Times New Roman" panose="02020603050405020304" pitchFamily="18" charset="0"/>
                <a:cs typeface="Times New Roman" panose="02020603050405020304" pitchFamily="18" charset="0"/>
              </a:rPr>
              <a:t> between these parts </a:t>
            </a:r>
            <a:endParaRPr lang="en-US" altLang="en-US" b="1" i="1" dirty="0">
              <a:latin typeface="Times New Roman" panose="02020603050405020304" pitchFamily="18" charset="0"/>
              <a:cs typeface="Times New Roman" panose="02020603050405020304" pitchFamily="18" charset="0"/>
            </a:endParaRPr>
          </a:p>
          <a:p>
            <a:pPr algn="just" eaLnBrk="1" hangingPunct="1">
              <a:spcBef>
                <a:spcPct val="0"/>
              </a:spcBef>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Use the UML graphical representation to model the components or applications of the system you developed.</a:t>
            </a:r>
            <a:endParaRPr lang="en-US" altLang="en-US" dirty="0">
              <a:latin typeface="Times New Roman" panose="02020603050405020304" pitchFamily="18" charset="0"/>
              <a:cs typeface="Times New Roman" panose="02020603050405020304" pitchFamily="18" charset="0"/>
            </a:endParaRPr>
          </a:p>
          <a:p>
            <a:pPr algn="just" eaLnBrk="1" hangingPunct="1">
              <a:spcBef>
                <a:spcPct val="0"/>
              </a:spcBef>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The following graph in the next slide is a sample Component diagram for pharmacy management system:</a:t>
            </a:r>
            <a:endParaRPr lang="en-US" altLang="en-US" dirty="0">
              <a:latin typeface="Times New Roman" panose="02020603050405020304" pitchFamily="18" charset="0"/>
              <a:cs typeface="Times New Roman" panose="02020603050405020304" pitchFamily="18" charset="0"/>
            </a:endParaRPr>
          </a:p>
          <a:p>
            <a:pPr algn="just" eaLnBrk="1" hangingPunct="1">
              <a:spcBef>
                <a:spcPct val="0"/>
              </a:spcBef>
              <a:buFont typeface="Wingdings" panose="05000000000000000000" pitchFamily="2" charset="2"/>
              <a:buChar char="§"/>
            </a:pPr>
            <a:endParaRPr lang="en-US" altLang="en-US" dirty="0">
              <a:latin typeface="Times New Roman" panose="02020603050405020304" pitchFamily="18" charset="0"/>
              <a:cs typeface="Times New Roman" panose="02020603050405020304" pitchFamily="18" charset="0"/>
            </a:endParaRPr>
          </a:p>
          <a:p>
            <a:pPr algn="just" eaLnBrk="1" hangingPunct="1">
              <a:spcBef>
                <a:spcPct val="0"/>
              </a:spcBef>
              <a:buFont typeface="Wingdings" panose="05000000000000000000" pitchFamily="2" charset="2"/>
              <a:buChar char="§"/>
            </a:pPr>
            <a:endParaRPr lang="en-US" altLang="en-US" dirty="0">
              <a:latin typeface="Times New Roman" panose="02020603050405020304" pitchFamily="18" charset="0"/>
              <a:cs typeface="Times New Roman" panose="02020603050405020304" pitchFamily="18" charset="0"/>
            </a:endParaRPr>
          </a:p>
          <a:p>
            <a:pPr algn="just" eaLnBrk="1" hangingPunct="1">
              <a:spcBef>
                <a:spcPct val="0"/>
              </a:spcBef>
              <a:buFont typeface="Wingdings" panose="05000000000000000000" pitchFamily="2" charset="2"/>
              <a:buChar char="§"/>
            </a:pPr>
            <a:endParaRPr lang="en-US" altLang="en-US" dirty="0">
              <a:latin typeface="Times New Roman" panose="02020603050405020304" pitchFamily="18" charset="0"/>
              <a:cs typeface="Times New Roman" panose="02020603050405020304" pitchFamily="18" charset="0"/>
            </a:endParaRPr>
          </a:p>
          <a:p>
            <a:pPr algn="just" eaLnBrk="1" hangingPunct="1">
              <a:spcBef>
                <a:spcPct val="0"/>
              </a:spcBef>
              <a:buFont typeface="Wingdings" panose="05000000000000000000" pitchFamily="2" charset="2"/>
              <a:buChar char="§"/>
            </a:pPr>
            <a:endParaRPr lang="en-US" altLang="en-US" dirty="0">
              <a:latin typeface="Times New Roman" panose="02020603050405020304" pitchFamily="18" charset="0"/>
              <a:ea typeface="Times New Roman" panose="02020603050405020304" pitchFamily="18" charset="0"/>
            </a:endParaRPr>
          </a:p>
        </p:txBody>
      </p:sp>
      <p:sp>
        <p:nvSpPr>
          <p:cNvPr id="18436"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458" name="Picture 3"/>
          <p:cNvPicPr>
            <a:picLocks noChangeAspect="1"/>
          </p:cNvPicPr>
          <p:nvPr/>
        </p:nvPicPr>
        <p:blipFill>
          <a:blip r:embed="rId1"/>
          <a:stretch>
            <a:fillRect/>
          </a:stretch>
        </p:blipFill>
        <p:spPr>
          <a:xfrm>
            <a:off x="685800" y="0"/>
            <a:ext cx="7772400" cy="6629400"/>
          </a:xfrm>
          <a:prstGeom prst="rect">
            <a:avLst/>
          </a:prstGeom>
          <a:noFill/>
          <a:ln w="9525">
            <a:noFill/>
          </a:ln>
        </p:spPr>
      </p:pic>
      <p:sp>
        <p:nvSpPr>
          <p:cNvPr id="19459"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Title 1"/>
          <p:cNvSpPr>
            <a:spLocks noGrp="1"/>
          </p:cNvSpPr>
          <p:nvPr>
            <p:ph type="title"/>
          </p:nvPr>
        </p:nvSpPr>
        <p:spPr>
          <a:xfrm>
            <a:off x="457200" y="0"/>
            <a:ext cx="8229600" cy="762000"/>
          </a:xfrm>
          <a:ln/>
        </p:spPr>
        <p:txBody>
          <a:bodyPr vert="horz" wrap="square" lIns="91440" tIns="45720" rIns="91440" bIns="45720" anchor="ctr" anchorCtr="0"/>
          <a:p>
            <a:pPr>
              <a:spcBef>
                <a:spcPts val="600"/>
              </a:spcBef>
            </a:pPr>
            <a:r>
              <a:rPr lang="en-US" altLang="en-US" sz="3600" b="1" i="1" dirty="0">
                <a:solidFill>
                  <a:srgbClr val="0000FF"/>
                </a:solidFill>
                <a:latin typeface="Times New Roman" panose="02020603050405020304" pitchFamily="18" charset="0"/>
                <a:cs typeface="Times New Roman" panose="02020603050405020304" pitchFamily="18" charset="0"/>
              </a:rPr>
              <a:t>4.7 Deployment Modeling</a:t>
            </a:r>
            <a:endParaRPr lang="en-US" altLang="en-US" sz="3600" b="1" i="1" dirty="0">
              <a:solidFill>
                <a:srgbClr val="0000FF"/>
              </a:solidFill>
              <a:latin typeface="Times New Roman" panose="02020603050405020304" pitchFamily="18" charset="0"/>
              <a:ea typeface="Times New Roman" panose="02020603050405020304" pitchFamily="18" charset="0"/>
            </a:endParaRPr>
          </a:p>
        </p:txBody>
      </p:sp>
      <p:sp>
        <p:nvSpPr>
          <p:cNvPr id="20483" name="Content Placeholder 2"/>
          <p:cNvSpPr>
            <a:spLocks noGrp="1"/>
          </p:cNvSpPr>
          <p:nvPr>
            <p:ph idx="1"/>
          </p:nvPr>
        </p:nvSpPr>
        <p:spPr>
          <a:xfrm>
            <a:off x="0" y="762000"/>
            <a:ext cx="9144000" cy="6096000"/>
          </a:xfrm>
          <a:ln/>
        </p:spPr>
        <p:txBody>
          <a:bodyPr vert="horz" wrap="square" lIns="91440" tIns="45720" rIns="91440" bIns="45720" anchor="t" anchorCtr="0"/>
          <a:p>
            <a:pPr algn="just" eaLnBrk="1" hangingPunct="1">
              <a:spcBef>
                <a:spcPct val="0"/>
              </a:spcBef>
              <a:buFont typeface="Wingdings" panose="05000000000000000000" pitchFamily="2" charset="2"/>
              <a:buChar char="§"/>
            </a:pPr>
            <a:r>
              <a:rPr lang="en-US" altLang="en-US" sz="3600" dirty="0">
                <a:latin typeface="Times New Roman" panose="02020603050405020304" pitchFamily="18" charset="0"/>
                <a:cs typeface="Times New Roman" panose="02020603050405020304" pitchFamily="18" charset="0"/>
              </a:rPr>
              <a:t>Write Short description about this model to design the proposed system.</a:t>
            </a:r>
            <a:endParaRPr lang="en-US" altLang="en-US" sz="3600" dirty="0">
              <a:latin typeface="Times New Roman" panose="02020603050405020304" pitchFamily="18" charset="0"/>
              <a:cs typeface="Times New Roman" panose="02020603050405020304" pitchFamily="18" charset="0"/>
            </a:endParaRPr>
          </a:p>
          <a:p>
            <a:pPr algn="just" eaLnBrk="1" hangingPunct="1">
              <a:spcBef>
                <a:spcPct val="0"/>
              </a:spcBef>
              <a:buFont typeface="Wingdings" panose="05000000000000000000" pitchFamily="2" charset="2"/>
              <a:buChar char="§"/>
            </a:pPr>
            <a:r>
              <a:rPr lang="en-US" altLang="en-US" sz="3600" dirty="0">
                <a:latin typeface="Times New Roman" panose="02020603050405020304" pitchFamily="18" charset="0"/>
                <a:cs typeface="Times New Roman" panose="02020603050405020304" pitchFamily="18" charset="0"/>
              </a:rPr>
              <a:t>Use the UML graphical representation to model the deployment diagram of the system.</a:t>
            </a:r>
            <a:endParaRPr lang="en-US" altLang="en-US" sz="3600" dirty="0">
              <a:latin typeface="Times New Roman" panose="02020603050405020304" pitchFamily="18" charset="0"/>
              <a:cs typeface="Times New Roman" panose="02020603050405020304" pitchFamily="18" charset="0"/>
            </a:endParaRPr>
          </a:p>
          <a:p>
            <a:pPr algn="just" eaLnBrk="1" hangingPunct="1">
              <a:spcBef>
                <a:spcPct val="0"/>
              </a:spcBef>
              <a:buFont typeface="Wingdings" panose="05000000000000000000" pitchFamily="2" charset="2"/>
              <a:buChar char="Ø"/>
            </a:pPr>
            <a:r>
              <a:rPr lang="en-US" altLang="en-US" sz="3600" dirty="0">
                <a:latin typeface="Times New Roman" panose="02020603050405020304" pitchFamily="18" charset="0"/>
                <a:cs typeface="Times New Roman" panose="02020603050405020304" pitchFamily="18" charset="0"/>
              </a:rPr>
              <a:t>The following graph in the next slide is a sample Deployment diagram for pharmacy management system:</a:t>
            </a:r>
            <a:endParaRPr lang="en-US" altLang="en-US" sz="3600" dirty="0">
              <a:latin typeface="Times New Roman" panose="02020603050405020304" pitchFamily="18" charset="0"/>
              <a:cs typeface="Times New Roman" panose="02020603050405020304" pitchFamily="18" charset="0"/>
            </a:endParaRPr>
          </a:p>
          <a:p>
            <a:pPr algn="just" eaLnBrk="1" hangingPunct="1">
              <a:spcBef>
                <a:spcPct val="0"/>
              </a:spcBef>
              <a:buFont typeface="Wingdings" panose="05000000000000000000" pitchFamily="2" charset="2"/>
              <a:buChar char="§"/>
            </a:pPr>
            <a:endParaRPr lang="en-US" altLang="en-US" sz="3600" dirty="0">
              <a:latin typeface="Times New Roman" panose="02020603050405020304" pitchFamily="18" charset="0"/>
              <a:ea typeface="Times New Roman" panose="02020603050405020304" pitchFamily="18" charset="0"/>
            </a:endParaRPr>
          </a:p>
        </p:txBody>
      </p:sp>
      <p:sp>
        <p:nvSpPr>
          <p:cNvPr id="20484"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1506" name="Picture 4"/>
          <p:cNvPicPr>
            <a:picLocks noChangeAspect="1"/>
          </p:cNvPicPr>
          <p:nvPr/>
        </p:nvPicPr>
        <p:blipFill>
          <a:blip r:embed="rId1"/>
          <a:stretch>
            <a:fillRect/>
          </a:stretch>
        </p:blipFill>
        <p:spPr>
          <a:xfrm>
            <a:off x="685800" y="0"/>
            <a:ext cx="7315200" cy="6858000"/>
          </a:xfrm>
          <a:prstGeom prst="rect">
            <a:avLst/>
          </a:prstGeom>
          <a:noFill/>
          <a:ln w="9525">
            <a:noFill/>
          </a:ln>
        </p:spPr>
      </p:pic>
      <p:sp>
        <p:nvSpPr>
          <p:cNvPr id="21507"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Title 1"/>
          <p:cNvSpPr>
            <a:spLocks noGrp="1"/>
          </p:cNvSpPr>
          <p:nvPr>
            <p:ph type="title"/>
          </p:nvPr>
        </p:nvSpPr>
        <p:spPr>
          <a:xfrm>
            <a:off x="0" y="0"/>
            <a:ext cx="8686800" cy="609600"/>
          </a:xfrm>
          <a:ln/>
        </p:spPr>
        <p:txBody>
          <a:bodyPr vert="horz" wrap="square" lIns="91440" tIns="45720" rIns="91440" bIns="45720" anchor="ctr" anchorCtr="0"/>
          <a:p>
            <a:br>
              <a:rPr lang="en-US" altLang="en-US" sz="3600" b="1" i="1" dirty="0">
                <a:solidFill>
                  <a:srgbClr val="FF0000"/>
                </a:solidFill>
                <a:latin typeface="Times New Roman" panose="02020603050405020304" pitchFamily="18" charset="0"/>
                <a:cs typeface="Times New Roman" panose="02020603050405020304" pitchFamily="18" charset="0"/>
              </a:rPr>
            </a:br>
            <a:r>
              <a:rPr lang="en-US" altLang="en-US" sz="3600" b="1" i="1" dirty="0">
                <a:solidFill>
                  <a:srgbClr val="FF0000"/>
                </a:solidFill>
                <a:latin typeface="Times New Roman" panose="02020603050405020304" pitchFamily="18" charset="0"/>
                <a:cs typeface="Times New Roman" panose="02020603050405020304" pitchFamily="18" charset="0"/>
              </a:rPr>
              <a:t>4.8 Database Design</a:t>
            </a:r>
            <a:br>
              <a:rPr lang="en-US" altLang="en-US" sz="3600" b="1" i="1" dirty="0">
                <a:solidFill>
                  <a:srgbClr val="FF0000"/>
                </a:solidFill>
                <a:latin typeface="Times New Roman" panose="02020603050405020304" pitchFamily="18" charset="0"/>
                <a:cs typeface="Times New Roman" panose="02020603050405020304" pitchFamily="18" charset="0"/>
              </a:rPr>
            </a:br>
            <a:endParaRPr lang="en-US" altLang="en-US" sz="3600" dirty="0"/>
          </a:p>
        </p:txBody>
      </p:sp>
      <p:sp>
        <p:nvSpPr>
          <p:cNvPr id="3" name="Content Placeholder 2"/>
          <p:cNvSpPr>
            <a:spLocks noGrp="1"/>
          </p:cNvSpPr>
          <p:nvPr>
            <p:ph idx="1"/>
          </p:nvPr>
        </p:nvSpPr>
        <p:spPr>
          <a:xfrm>
            <a:off x="0" y="609600"/>
            <a:ext cx="9144000" cy="6248400"/>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ts val="600"/>
              </a:spcBef>
              <a:spcAft>
                <a:spcPct val="0"/>
              </a:spcAft>
              <a:buClrTx/>
              <a:buSzTx/>
              <a:buFont typeface="Wingdings" panose="05000000000000000000" pitchFamily="2" charset="2"/>
              <a:buChar char="Ø"/>
              <a:defRPr/>
            </a:pPr>
            <a:r>
              <a:rPr kumimoji="0" lang="en-US" altLang="en-US" sz="3600" b="1"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36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Write short explanation about the database design. </a:t>
            </a:r>
            <a:endParaRPr kumimoji="0" lang="en-US" altLang="en-US" sz="3600" b="1" i="1"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0" fontAlgn="base" latinLnBrk="0" hangingPunct="0">
              <a:lnSpc>
                <a:spcPct val="100000"/>
              </a:lnSpc>
              <a:spcBef>
                <a:spcPts val="600"/>
              </a:spcBef>
              <a:spcAft>
                <a:spcPct val="0"/>
              </a:spcAft>
              <a:buClrTx/>
              <a:buSzTx/>
              <a:buFont typeface="Arial" panose="020B0604020202020204" pitchFamily="34" charset="0"/>
              <a:buNone/>
              <a:defRPr/>
            </a:pPr>
            <a:r>
              <a:rPr kumimoji="0" lang="en-US" altLang="en-US" sz="3600" b="1" i="1"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4.8.1 </a:t>
            </a:r>
            <a:r>
              <a:rPr kumimoji="0" lang="en-US" altLang="en-US" sz="3600" b="1"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Conceptual Database Design</a:t>
            </a:r>
            <a:endParaRPr kumimoji="0" lang="en-US" altLang="en-US" sz="3600" b="1"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0" fontAlgn="base" latinLnBrk="0" hangingPunct="0">
              <a:lnSpc>
                <a:spcPct val="100000"/>
              </a:lnSpc>
              <a:spcBef>
                <a:spcPts val="600"/>
              </a:spcBef>
              <a:spcAft>
                <a:spcPct val="0"/>
              </a:spcAft>
              <a:buClrTx/>
              <a:buSzTx/>
              <a:buFont typeface="Wingdings" panose="05000000000000000000" pitchFamily="2" charset="2"/>
              <a:buChar char="§"/>
              <a:defRPr/>
            </a:pPr>
            <a:r>
              <a:rPr kumimoji="0" lang="en-US" altLang="en-US" sz="36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Describe the conceptual database design shortly and show the design using ER-Diagram </a:t>
            </a:r>
            <a:endParaRPr kumimoji="0" lang="en-US" altLang="en-US" sz="36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sp>
        <p:nvSpPr>
          <p:cNvPr id="22532"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Content Placeholder 2"/>
          <p:cNvSpPr>
            <a:spLocks noGrp="1"/>
          </p:cNvSpPr>
          <p:nvPr>
            <p:ph idx="1"/>
          </p:nvPr>
        </p:nvSpPr>
        <p:spPr>
          <a:xfrm>
            <a:off x="0" y="0"/>
            <a:ext cx="9144000" cy="6858000"/>
          </a:xfrm>
          <a:ln/>
        </p:spPr>
        <p:txBody>
          <a:bodyPr vert="horz" wrap="square" lIns="91440" tIns="45720" rIns="91440" bIns="45720" anchor="t" anchorCtr="0"/>
          <a:p>
            <a:pPr algn="just">
              <a:spcBef>
                <a:spcPts val="600"/>
              </a:spcBef>
              <a:buNone/>
            </a:pPr>
            <a:r>
              <a:rPr lang="en-US" altLang="en-US" sz="3600" b="1" i="1" dirty="0">
                <a:solidFill>
                  <a:srgbClr val="FF0000"/>
                </a:solidFill>
                <a:latin typeface="Times New Roman" panose="02020603050405020304" pitchFamily="18" charset="0"/>
                <a:cs typeface="Times New Roman" panose="02020603050405020304" pitchFamily="18" charset="0"/>
              </a:rPr>
              <a:t>4.8.2  Logical Database Design</a:t>
            </a:r>
            <a:endParaRPr lang="en-US" altLang="en-US" sz="3600" b="1" i="1" dirty="0">
              <a:solidFill>
                <a:srgbClr val="FF0000"/>
              </a:solidFill>
              <a:latin typeface="Times New Roman" panose="02020603050405020304" pitchFamily="18" charset="0"/>
              <a:cs typeface="Times New Roman" panose="02020603050405020304" pitchFamily="18" charset="0"/>
            </a:endParaRPr>
          </a:p>
          <a:p>
            <a:pPr algn="just">
              <a:spcBef>
                <a:spcPts val="600"/>
              </a:spcBef>
              <a:buFont typeface="Wingdings" panose="05000000000000000000" pitchFamily="2" charset="2"/>
              <a:buChar char="§"/>
            </a:pPr>
            <a:r>
              <a:rPr lang="en-US" altLang="en-US" sz="3600" dirty="0">
                <a:latin typeface="Times New Roman" panose="02020603050405020304" pitchFamily="18" charset="0"/>
                <a:cs typeface="Times New Roman" panose="02020603050405020304" pitchFamily="18" charset="0"/>
              </a:rPr>
              <a:t>Describe the logical database design shortly and show the design using Relational Database model</a:t>
            </a:r>
            <a:endParaRPr lang="en-US" altLang="en-US" sz="3600" dirty="0">
              <a:latin typeface="Times New Roman" panose="02020603050405020304" pitchFamily="18" charset="0"/>
              <a:cs typeface="Times New Roman" panose="02020603050405020304" pitchFamily="18" charset="0"/>
            </a:endParaRPr>
          </a:p>
          <a:p>
            <a:pPr algn="just">
              <a:spcBef>
                <a:spcPts val="600"/>
              </a:spcBef>
              <a:buNone/>
            </a:pPr>
            <a:r>
              <a:rPr lang="en-US" altLang="en-US" sz="3600" b="1" i="1" dirty="0">
                <a:solidFill>
                  <a:srgbClr val="FF0000"/>
                </a:solidFill>
                <a:latin typeface="Times New Roman" panose="02020603050405020304" pitchFamily="18" charset="0"/>
                <a:cs typeface="Times New Roman" panose="02020603050405020304" pitchFamily="18" charset="0"/>
              </a:rPr>
              <a:t>4.8.3 Physical Database Design</a:t>
            </a:r>
            <a:endParaRPr lang="en-US" altLang="en-US" sz="3600" b="1" i="1" dirty="0">
              <a:solidFill>
                <a:srgbClr val="FF0000"/>
              </a:solidFill>
              <a:latin typeface="Times New Roman" panose="02020603050405020304" pitchFamily="18" charset="0"/>
              <a:cs typeface="Times New Roman" panose="02020603050405020304" pitchFamily="18" charset="0"/>
            </a:endParaRPr>
          </a:p>
          <a:p>
            <a:pPr algn="just">
              <a:spcBef>
                <a:spcPts val="600"/>
              </a:spcBef>
              <a:buFont typeface="Wingdings" panose="05000000000000000000" pitchFamily="2" charset="2"/>
              <a:buChar char="§"/>
            </a:pPr>
            <a:r>
              <a:rPr lang="en-US" altLang="en-US" sz="3600" dirty="0">
                <a:latin typeface="Times New Roman" panose="02020603050405020304" pitchFamily="18" charset="0"/>
                <a:cs typeface="Times New Roman" panose="02020603050405020304" pitchFamily="18" charset="0"/>
              </a:rPr>
              <a:t>Describe the physical database design or the physical realization of the data in the database shortly and show the design in tabular form to represent how data is physically represented in the computer.</a:t>
            </a:r>
            <a:endParaRPr lang="en-US" altLang="en-US" sz="3600" dirty="0">
              <a:solidFill>
                <a:srgbClr val="FF0000"/>
              </a:solidFill>
              <a:latin typeface="Times New Roman" panose="02020603050405020304" pitchFamily="18" charset="0"/>
              <a:cs typeface="Times New Roman" panose="02020603050405020304" pitchFamily="18" charset="0"/>
            </a:endParaRPr>
          </a:p>
          <a:p>
            <a:pPr algn="just">
              <a:spcBef>
                <a:spcPts val="600"/>
              </a:spcBef>
              <a:buNone/>
            </a:pPr>
            <a:endParaRPr lang="en-US" altLang="en-US" sz="3600" b="1" i="1" dirty="0">
              <a:solidFill>
                <a:srgbClr val="FF0000"/>
              </a:solidFill>
              <a:latin typeface="Times New Roman" panose="02020603050405020304" pitchFamily="18" charset="0"/>
              <a:ea typeface="Times New Roman" panose="02020603050405020304" pitchFamily="18" charset="0"/>
            </a:endParaRPr>
          </a:p>
        </p:txBody>
      </p:sp>
      <p:sp>
        <p:nvSpPr>
          <p:cNvPr id="23555"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Title 1"/>
          <p:cNvSpPr>
            <a:spLocks noGrp="1"/>
          </p:cNvSpPr>
          <p:nvPr>
            <p:ph type="title"/>
          </p:nvPr>
        </p:nvSpPr>
        <p:spPr>
          <a:xfrm>
            <a:off x="457200" y="0"/>
            <a:ext cx="8229600" cy="381000"/>
          </a:xfrm>
          <a:ln/>
        </p:spPr>
        <p:txBody>
          <a:bodyPr vert="horz" wrap="square" lIns="91440" tIns="45720" rIns="91440" bIns="45720" anchor="ctr" anchorCtr="0"/>
          <a:p>
            <a:pPr eaLnBrk="1" hangingPunct="1"/>
            <a:br>
              <a:rPr lang="en-US" altLang="en-US" sz="3600" b="1" i="1" dirty="0">
                <a:solidFill>
                  <a:srgbClr val="FF0000"/>
                </a:solidFill>
                <a:latin typeface="Times New Roman" panose="02020603050405020304" pitchFamily="18" charset="0"/>
                <a:cs typeface="Times New Roman" panose="02020603050405020304" pitchFamily="18" charset="0"/>
              </a:rPr>
            </a:br>
            <a:r>
              <a:rPr lang="en-US" altLang="en-US" sz="3600" b="1" i="1" dirty="0">
                <a:solidFill>
                  <a:srgbClr val="FF0000"/>
                </a:solidFill>
                <a:latin typeface="Times New Roman" panose="02020603050405020304" pitchFamily="18" charset="0"/>
                <a:cs typeface="Times New Roman" panose="02020603050405020304" pitchFamily="18" charset="0"/>
              </a:rPr>
              <a:t>4.9 User Interface Design</a:t>
            </a:r>
            <a:br>
              <a:rPr lang="en-US" altLang="en-US" sz="3600" b="1" i="1" dirty="0">
                <a:solidFill>
                  <a:srgbClr val="FF0000"/>
                </a:solidFill>
                <a:latin typeface="Times New Roman" panose="02020603050405020304" pitchFamily="18" charset="0"/>
                <a:cs typeface="Times New Roman" panose="02020603050405020304" pitchFamily="18" charset="0"/>
              </a:rPr>
            </a:br>
            <a:endParaRPr lang="en-US" altLang="en-US" sz="3600" dirty="0">
              <a:solidFill>
                <a:srgbClr val="FF0000"/>
              </a:solidFill>
            </a:endParaRPr>
          </a:p>
        </p:txBody>
      </p:sp>
      <p:sp>
        <p:nvSpPr>
          <p:cNvPr id="24579" name="Content Placeholder 2"/>
          <p:cNvSpPr>
            <a:spLocks noGrp="1"/>
          </p:cNvSpPr>
          <p:nvPr>
            <p:ph idx="1"/>
          </p:nvPr>
        </p:nvSpPr>
        <p:spPr>
          <a:xfrm>
            <a:off x="152400" y="457200"/>
            <a:ext cx="8839200" cy="6400800"/>
          </a:xfrm>
          <a:ln/>
        </p:spPr>
        <p:txBody>
          <a:bodyPr vert="horz" wrap="square" lIns="91440" tIns="45720" rIns="91440" bIns="45720" anchor="t" anchorCtr="0"/>
          <a:p>
            <a:pPr algn="just" eaLnBrk="1" hangingPunct="1">
              <a:spcBef>
                <a:spcPts val="600"/>
              </a:spcBef>
              <a:buFont typeface="Wingdings" panose="05000000000000000000" pitchFamily="2" charset="2"/>
              <a:buChar char="Ø"/>
            </a:pPr>
            <a:r>
              <a:rPr lang="en-US" altLang="en-US" sz="3600" dirty="0">
                <a:latin typeface="Times New Roman" panose="02020603050405020304" pitchFamily="18" charset="0"/>
                <a:cs typeface="Times New Roman" panose="02020603050405020304" pitchFamily="18" charset="0"/>
              </a:rPr>
              <a:t>Write short description about user interface design in the design phase of system development life cycle.</a:t>
            </a:r>
            <a:endParaRPr lang="en-US" altLang="en-US" sz="3600" dirty="0">
              <a:latin typeface="Times New Roman" panose="02020603050405020304" pitchFamily="18" charset="0"/>
              <a:cs typeface="Times New Roman" panose="02020603050405020304" pitchFamily="18" charset="0"/>
            </a:endParaRPr>
          </a:p>
          <a:p>
            <a:pPr algn="just" eaLnBrk="1" hangingPunct="1">
              <a:spcBef>
                <a:spcPts val="600"/>
              </a:spcBef>
              <a:buFont typeface="Wingdings" panose="05000000000000000000" pitchFamily="2" charset="2"/>
              <a:buChar char="§"/>
            </a:pPr>
            <a:r>
              <a:rPr lang="en-US" altLang="en-US" sz="3600" dirty="0">
                <a:latin typeface="Times New Roman" panose="02020603050405020304" pitchFamily="18" charset="0"/>
                <a:cs typeface="Times New Roman" panose="02020603050405020304" pitchFamily="18" charset="0"/>
              </a:rPr>
              <a:t>Show all the UI of your system graphically including Home Page or LogIn screen and other basic UI screen of your system as part of your document.</a:t>
            </a:r>
            <a:endParaRPr lang="en-US" altLang="en-US" sz="3600" dirty="0">
              <a:latin typeface="Times New Roman" panose="02020603050405020304" pitchFamily="18" charset="0"/>
              <a:cs typeface="Times New Roman" panose="02020603050405020304" pitchFamily="18" charset="0"/>
            </a:endParaRPr>
          </a:p>
          <a:p>
            <a:pPr algn="just" eaLnBrk="1" hangingPunct="1">
              <a:spcBef>
                <a:spcPts val="600"/>
              </a:spcBef>
              <a:buFont typeface="Wingdings" panose="05000000000000000000" pitchFamily="2" charset="2"/>
              <a:buChar char="§"/>
            </a:pPr>
            <a:r>
              <a:rPr lang="en-US" altLang="en-US" sz="3600" dirty="0">
                <a:latin typeface="Times New Roman" panose="02020603050405020304" pitchFamily="18" charset="0"/>
                <a:cs typeface="Times New Roman" panose="02020603050405020304" pitchFamily="18" charset="0"/>
              </a:rPr>
              <a:t>The following is a sample UI diagram used as a Home Page for pharmacy management system:</a:t>
            </a:r>
            <a:endParaRPr lang="en-US" altLang="en-US" sz="3600" dirty="0">
              <a:latin typeface="Times New Roman" panose="02020603050405020304" pitchFamily="18" charset="0"/>
              <a:ea typeface="Times New Roman" panose="02020603050405020304" pitchFamily="18" charset="0"/>
            </a:endParaRPr>
          </a:p>
        </p:txBody>
      </p:sp>
      <p:sp>
        <p:nvSpPr>
          <p:cNvPr id="24580"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5602" name="Picture 4"/>
          <p:cNvPicPr>
            <a:picLocks noChangeAspect="1"/>
          </p:cNvPicPr>
          <p:nvPr/>
        </p:nvPicPr>
        <p:blipFill>
          <a:blip r:embed="rId1"/>
          <a:stretch>
            <a:fillRect/>
          </a:stretch>
        </p:blipFill>
        <p:spPr>
          <a:xfrm>
            <a:off x="304800" y="228600"/>
            <a:ext cx="8077200" cy="6400800"/>
          </a:xfrm>
          <a:prstGeom prst="rect">
            <a:avLst/>
          </a:prstGeom>
          <a:noFill/>
          <a:ln w="9525">
            <a:noFill/>
          </a:ln>
        </p:spPr>
      </p:pic>
      <p:sp>
        <p:nvSpPr>
          <p:cNvPr id="25603"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Title 1"/>
          <p:cNvSpPr>
            <a:spLocks noGrp="1"/>
          </p:cNvSpPr>
          <p:nvPr>
            <p:ph type="title"/>
          </p:nvPr>
        </p:nvSpPr>
        <p:spPr>
          <a:xfrm>
            <a:off x="457200" y="0"/>
            <a:ext cx="8229600" cy="609600"/>
          </a:xfrm>
          <a:ln/>
        </p:spPr>
        <p:txBody>
          <a:bodyPr vert="horz" wrap="square" lIns="91440" tIns="45720" rIns="91440" bIns="45720" anchor="ctr" anchorCtr="0"/>
          <a:p>
            <a:pPr>
              <a:spcBef>
                <a:spcPts val="600"/>
              </a:spcBef>
            </a:pPr>
            <a:r>
              <a:rPr lang="en-US" altLang="en-US" b="1" i="1" dirty="0">
                <a:solidFill>
                  <a:srgbClr val="6600CC"/>
                </a:solidFill>
                <a:latin typeface="Times New Roman" panose="02020603050405020304" pitchFamily="18" charset="0"/>
                <a:cs typeface="Times New Roman" panose="02020603050405020304" pitchFamily="18" charset="0"/>
              </a:rPr>
              <a:t>4.10 Access Control</a:t>
            </a:r>
            <a:endParaRPr lang="en-US" altLang="en-US" b="1" i="1" dirty="0">
              <a:solidFill>
                <a:srgbClr val="6600CC"/>
              </a:solidFill>
              <a:latin typeface="Times New Roman" panose="02020603050405020304" pitchFamily="18" charset="0"/>
              <a:ea typeface="Times New Roman" panose="02020603050405020304" pitchFamily="18" charset="0"/>
            </a:endParaRPr>
          </a:p>
        </p:txBody>
      </p:sp>
      <p:sp>
        <p:nvSpPr>
          <p:cNvPr id="26627" name="Content Placeholder 2"/>
          <p:cNvSpPr>
            <a:spLocks noGrp="1"/>
          </p:cNvSpPr>
          <p:nvPr>
            <p:ph idx="1"/>
          </p:nvPr>
        </p:nvSpPr>
        <p:spPr>
          <a:xfrm>
            <a:off x="0" y="609600"/>
            <a:ext cx="9144000" cy="6172200"/>
          </a:xfrm>
          <a:ln/>
        </p:spPr>
        <p:txBody>
          <a:bodyPr vert="horz" wrap="square" lIns="91440" tIns="45720" rIns="91440" bIns="45720" anchor="t" anchorCtr="0"/>
          <a:p>
            <a:pPr algn="just">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Write short description about the access control mechanism you design for your system by giving examples. </a:t>
            </a:r>
            <a:endParaRPr lang="en-US" altLang="en-US" dirty="0">
              <a:latin typeface="Times New Roman" panose="02020603050405020304" pitchFamily="18" charset="0"/>
              <a:ea typeface="Times New Roman" panose="02020603050405020304" pitchFamily="18" charset="0"/>
            </a:endParaRPr>
          </a:p>
        </p:txBody>
      </p:sp>
      <p:sp>
        <p:nvSpPr>
          <p:cNvPr id="26628"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Title 1"/>
          <p:cNvSpPr>
            <a:spLocks noGrp="1"/>
          </p:cNvSpPr>
          <p:nvPr>
            <p:ph type="title"/>
          </p:nvPr>
        </p:nvSpPr>
        <p:spPr>
          <a:xfrm>
            <a:off x="457200" y="0"/>
            <a:ext cx="8229600" cy="381000"/>
          </a:xfrm>
          <a:ln/>
        </p:spPr>
        <p:txBody>
          <a:bodyPr vert="horz" wrap="square" lIns="91440" tIns="45720" rIns="91440" bIns="45720" anchor="ctr" anchorCtr="0"/>
          <a:p>
            <a:pPr eaLnBrk="1" hangingPunct="1"/>
            <a:br>
              <a:rPr lang="en-US" altLang="en-US" sz="3200" b="1" i="1" dirty="0">
                <a:solidFill>
                  <a:srgbClr val="0000FF"/>
                </a:solidFill>
                <a:latin typeface="Times New Roman" panose="02020603050405020304" pitchFamily="18" charset="0"/>
                <a:cs typeface="Times New Roman" panose="02020603050405020304" pitchFamily="18" charset="0"/>
              </a:rPr>
            </a:br>
            <a:r>
              <a:rPr lang="en-US" altLang="en-US" sz="3200" b="1" i="1" dirty="0">
                <a:solidFill>
                  <a:srgbClr val="0000FF"/>
                </a:solidFill>
                <a:latin typeface="Times New Roman" panose="02020603050405020304" pitchFamily="18" charset="0"/>
                <a:cs typeface="Times New Roman" panose="02020603050405020304" pitchFamily="18" charset="0"/>
              </a:rPr>
              <a:t>4.11 Algorithm Design</a:t>
            </a:r>
            <a:br>
              <a:rPr lang="en-US" altLang="en-US" sz="3200" b="1" i="1" dirty="0">
                <a:solidFill>
                  <a:srgbClr val="0000FF"/>
                </a:solidFill>
                <a:latin typeface="Times New Roman" panose="02020603050405020304" pitchFamily="18" charset="0"/>
                <a:cs typeface="Times New Roman" panose="02020603050405020304" pitchFamily="18" charset="0"/>
              </a:rPr>
            </a:br>
            <a:endParaRPr lang="en-US" altLang="en-US" sz="3200" dirty="0"/>
          </a:p>
        </p:txBody>
      </p:sp>
      <p:sp>
        <p:nvSpPr>
          <p:cNvPr id="27651" name="Content Placeholder 2"/>
          <p:cNvSpPr>
            <a:spLocks noGrp="1"/>
          </p:cNvSpPr>
          <p:nvPr>
            <p:ph idx="1"/>
          </p:nvPr>
        </p:nvSpPr>
        <p:spPr>
          <a:xfrm>
            <a:off x="0" y="381000"/>
            <a:ext cx="8991600" cy="6781800"/>
          </a:xfrm>
          <a:ln/>
        </p:spPr>
        <p:txBody>
          <a:bodyPr vert="horz" wrap="square" lIns="91440" tIns="45720" rIns="91440" bIns="45720" anchor="t" anchorCtr="0"/>
          <a:p>
            <a:pPr algn="just" eaLnBrk="1" hangingPunct="1">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Write  short </a:t>
            </a:r>
            <a:r>
              <a:rPr lang="en-US" altLang="en-US" b="1" i="1" dirty="0">
                <a:solidFill>
                  <a:srgbClr val="FF0000"/>
                </a:solidFill>
                <a:latin typeface="Times New Roman" panose="02020603050405020304" pitchFamily="18" charset="0"/>
                <a:cs typeface="Times New Roman" panose="02020603050405020304" pitchFamily="18" charset="0"/>
              </a:rPr>
              <a:t>description about the importance of the algorithm design for the proposed system </a:t>
            </a:r>
            <a:r>
              <a:rPr lang="en-US" altLang="en-US" dirty="0">
                <a:latin typeface="Times New Roman" panose="02020603050405020304" pitchFamily="18" charset="0"/>
                <a:cs typeface="Times New Roman" panose="02020603050405020304" pitchFamily="18" charset="0"/>
              </a:rPr>
              <a:t>and the </a:t>
            </a:r>
            <a:r>
              <a:rPr lang="en-US" altLang="en-US" b="1" i="1" dirty="0">
                <a:solidFill>
                  <a:srgbClr val="006600"/>
                </a:solidFill>
                <a:latin typeface="Times New Roman" panose="02020603050405020304" pitchFamily="18" charset="0"/>
                <a:cs typeface="Times New Roman" panose="02020603050405020304" pitchFamily="18" charset="0"/>
              </a:rPr>
              <a:t>tool you are using to show the design of the algorithm </a:t>
            </a:r>
            <a:r>
              <a:rPr lang="en-US" altLang="en-US" dirty="0">
                <a:latin typeface="Times New Roman" panose="02020603050405020304" pitchFamily="18" charset="0"/>
                <a:cs typeface="Times New Roman" panose="02020603050405020304" pitchFamily="18" charset="0"/>
              </a:rPr>
              <a:t>.</a:t>
            </a:r>
            <a:endParaRPr lang="en-US" altLang="en-US" dirty="0">
              <a:latin typeface="Times New Roman" panose="02020603050405020304" pitchFamily="18" charset="0"/>
              <a:cs typeface="Times New Roman" panose="02020603050405020304" pitchFamily="18" charset="0"/>
            </a:endParaRPr>
          </a:p>
          <a:p>
            <a:pPr algn="just" eaLnBrk="1" hangingPunct="1">
              <a:buFont typeface="Wingdings" panose="05000000000000000000" pitchFamily="2" charset="2"/>
              <a:buChar char="Ø"/>
            </a:pPr>
            <a:r>
              <a:rPr lang="en-US" altLang="en-US" b="1" i="1" dirty="0">
                <a:solidFill>
                  <a:srgbClr val="0000FF"/>
                </a:solidFill>
                <a:latin typeface="Times New Roman" panose="02020603050405020304" pitchFamily="18" charset="0"/>
                <a:cs typeface="Times New Roman" panose="02020603050405020304" pitchFamily="18" charset="0"/>
              </a:rPr>
              <a:t>Example</a:t>
            </a:r>
            <a:r>
              <a:rPr lang="en-US" altLang="en-US" dirty="0">
                <a:latin typeface="Times New Roman" panose="02020603050405020304" pitchFamily="18" charset="0"/>
                <a:cs typeface="Times New Roman" panose="02020603050405020304" pitchFamily="18" charset="0"/>
              </a:rPr>
              <a:t>:</a:t>
            </a:r>
            <a:endParaRPr lang="en-US" altLang="en-US" dirty="0">
              <a:latin typeface="Times New Roman" panose="02020603050405020304" pitchFamily="18" charset="0"/>
              <a:cs typeface="Times New Roman" panose="02020603050405020304" pitchFamily="18" charset="0"/>
            </a:endParaRPr>
          </a:p>
          <a:p>
            <a:pPr algn="just" eaLnBrk="1" hangingPunct="1">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The </a:t>
            </a:r>
            <a:r>
              <a:rPr lang="en-US" altLang="en-US" b="1" i="1" dirty="0">
                <a:solidFill>
                  <a:srgbClr val="FF0000"/>
                </a:solidFill>
                <a:latin typeface="Times New Roman" panose="02020603050405020304" pitchFamily="18" charset="0"/>
                <a:cs typeface="Times New Roman" panose="02020603050405020304" pitchFamily="18" charset="0"/>
              </a:rPr>
              <a:t>following is the pseudocode program for Method Name=login() and logout()</a:t>
            </a:r>
            <a:endParaRPr lang="en-US" altLang="en-US" b="1" i="1" dirty="0">
              <a:solidFill>
                <a:srgbClr val="FF0000"/>
              </a:solidFill>
              <a:latin typeface="Times New Roman" panose="02020603050405020304" pitchFamily="18" charset="0"/>
              <a:cs typeface="Times New Roman" panose="02020603050405020304" pitchFamily="18" charset="0"/>
            </a:endParaRPr>
          </a:p>
          <a:p>
            <a:pPr eaLnBrk="1" hangingPunct="1">
              <a:buNone/>
            </a:pPr>
            <a:r>
              <a:rPr lang="en-US" altLang="en-US" sz="2800" b="1" dirty="0">
                <a:latin typeface="Times New Roman" panose="02020603050405020304" pitchFamily="18" charset="0"/>
                <a:cs typeface="Times New Roman" panose="02020603050405020304" pitchFamily="18" charset="0"/>
              </a:rPr>
              <a:t>PSEUDO CODE FOR LOGIN</a:t>
            </a:r>
            <a:endParaRPr lang="en-US" altLang="en-US" sz="2800" dirty="0">
              <a:latin typeface="Times New Roman" panose="02020603050405020304" pitchFamily="18" charset="0"/>
              <a:cs typeface="Times New Roman" panose="02020603050405020304" pitchFamily="18" charset="0"/>
            </a:endParaRPr>
          </a:p>
          <a:p>
            <a:pPr eaLnBrk="1" hangingPunct="1">
              <a:buNone/>
            </a:pPr>
            <a:r>
              <a:rPr lang="en-US" altLang="en-US" sz="2800" b="1" dirty="0">
                <a:latin typeface="Times New Roman" panose="02020603050405020304" pitchFamily="18" charset="0"/>
                <a:cs typeface="Times New Roman" panose="02020603050405020304" pitchFamily="18" charset="0"/>
              </a:rPr>
              <a:t>Step</a:t>
            </a:r>
            <a:endParaRPr lang="en-US" altLang="en-US" sz="2800" dirty="0">
              <a:latin typeface="Times New Roman" panose="02020603050405020304" pitchFamily="18" charset="0"/>
              <a:cs typeface="Times New Roman" panose="02020603050405020304" pitchFamily="18" charset="0"/>
            </a:endParaRPr>
          </a:p>
          <a:p>
            <a:pPr eaLnBrk="1" hangingPunct="1">
              <a:buNone/>
            </a:pPr>
            <a:r>
              <a:rPr lang="en-US" altLang="en-US" sz="2800" b="1" dirty="0">
                <a:latin typeface="Times New Roman" panose="02020603050405020304" pitchFamily="18" charset="0"/>
                <a:cs typeface="Times New Roman" panose="02020603050405020304" pitchFamily="18" charset="0"/>
              </a:rPr>
              <a:t>Method name =login</a:t>
            </a:r>
            <a:endParaRPr lang="en-US" altLang="en-US" sz="2800" dirty="0">
              <a:latin typeface="Times New Roman" panose="02020603050405020304" pitchFamily="18" charset="0"/>
              <a:cs typeface="Times New Roman" panose="02020603050405020304" pitchFamily="18" charset="0"/>
            </a:endParaRPr>
          </a:p>
          <a:p>
            <a:pPr eaLnBrk="1" hangingPunct="1">
              <a:buNone/>
            </a:pPr>
            <a:r>
              <a:rPr lang="en-US" altLang="en-US" sz="2800" b="1" dirty="0">
                <a:latin typeface="Times New Roman" panose="02020603050405020304" pitchFamily="18" charset="0"/>
                <a:cs typeface="Times New Roman" panose="02020603050405020304" pitchFamily="18" charset="0"/>
              </a:rPr>
              <a:t>Begin </a:t>
            </a:r>
            <a:endParaRPr lang="en-US" altLang="en-US" sz="2800" dirty="0">
              <a:latin typeface="Times New Roman" panose="02020603050405020304" pitchFamily="18" charset="0"/>
              <a:cs typeface="Times New Roman" panose="02020603050405020304" pitchFamily="18" charset="0"/>
            </a:endParaRPr>
          </a:p>
          <a:p>
            <a:pPr eaLnBrk="1" hangingPunct="1">
              <a:buNone/>
            </a:pPr>
            <a:r>
              <a:rPr lang="en-US" altLang="en-US" sz="2800" b="1" dirty="0">
                <a:latin typeface="Times New Roman" panose="02020603050405020304" pitchFamily="18" charset="0"/>
                <a:cs typeface="Times New Roman" panose="02020603050405020304" pitchFamily="18" charset="0"/>
              </a:rPr>
              <a:t>Variables: - Username, password</a:t>
            </a:r>
            <a:endParaRPr lang="en-US" altLang="en-US" sz="2800" dirty="0">
              <a:latin typeface="Times New Roman" panose="02020603050405020304" pitchFamily="18" charset="0"/>
              <a:cs typeface="Times New Roman" panose="02020603050405020304" pitchFamily="18" charset="0"/>
            </a:endParaRPr>
          </a:p>
          <a:p>
            <a:pPr algn="just" eaLnBrk="1" hangingPunct="1">
              <a:buNone/>
            </a:pPr>
            <a:endParaRPr lang="en-US" altLang="en-US" sz="2800" dirty="0">
              <a:latin typeface="Times New Roman" panose="02020603050405020304" pitchFamily="18" charset="0"/>
              <a:cs typeface="Times New Roman" panose="02020603050405020304" pitchFamily="18" charset="0"/>
            </a:endParaRPr>
          </a:p>
          <a:p>
            <a:pPr algn="just" eaLnBrk="1" hangingPunct="1">
              <a:buNone/>
            </a:pPr>
            <a:endParaRPr lang="en-US" altLang="en-US" sz="2800" dirty="0">
              <a:latin typeface="Times New Roman" panose="02020603050405020304" pitchFamily="18" charset="0"/>
              <a:cs typeface="Times New Roman" panose="02020603050405020304" pitchFamily="18" charset="0"/>
            </a:endParaRPr>
          </a:p>
          <a:p>
            <a:pPr algn="just" eaLnBrk="1" hangingPunct="1">
              <a:buFont typeface="Arial" panose="020B0604020202020204" pitchFamily="34" charset="0"/>
              <a:buChar char="•"/>
            </a:pPr>
            <a:endParaRPr lang="en-US" altLang="en-US" sz="2800" dirty="0">
              <a:latin typeface="Times New Roman" panose="02020603050405020304" pitchFamily="18" charset="0"/>
              <a:ea typeface="Times New Roman" panose="02020603050405020304" pitchFamily="18" charset="0"/>
            </a:endParaRPr>
          </a:p>
        </p:txBody>
      </p:sp>
      <p:sp>
        <p:nvSpPr>
          <p:cNvPr id="27652"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Content Placeholder 2"/>
          <p:cNvSpPr>
            <a:spLocks noGrp="1"/>
          </p:cNvSpPr>
          <p:nvPr>
            <p:ph idx="1"/>
          </p:nvPr>
        </p:nvSpPr>
        <p:spPr>
          <a:xfrm>
            <a:off x="0" y="0"/>
            <a:ext cx="9144000" cy="6858000"/>
          </a:xfrm>
          <a:ln/>
        </p:spPr>
        <p:txBody>
          <a:bodyPr vert="horz" wrap="square" lIns="91440" tIns="45720" rIns="91440" bIns="45720" anchor="t" anchorCtr="0"/>
          <a:p>
            <a:pPr eaLnBrk="1" hangingPunct="1">
              <a:buNone/>
            </a:pPr>
            <a:r>
              <a:rPr lang="en-US" altLang="en-US" sz="2800" b="1" dirty="0">
                <a:latin typeface="Times New Roman" panose="02020603050405020304" pitchFamily="18" charset="0"/>
                <a:cs typeface="Times New Roman" panose="02020603050405020304" pitchFamily="18" charset="0"/>
              </a:rPr>
              <a:t>Read username &amp; password, </a:t>
            </a:r>
            <a:endParaRPr lang="en-US" altLang="en-US" sz="2800" b="1" dirty="0">
              <a:latin typeface="Times New Roman" panose="02020603050405020304" pitchFamily="18" charset="0"/>
              <a:cs typeface="Times New Roman" panose="02020603050405020304" pitchFamily="18" charset="0"/>
            </a:endParaRPr>
          </a:p>
          <a:p>
            <a:pPr eaLnBrk="1" hangingPunct="1">
              <a:buNone/>
            </a:pPr>
            <a:r>
              <a:rPr lang="en-US" altLang="en-US" sz="2800" b="1" dirty="0">
                <a:latin typeface="Times New Roman" panose="02020603050405020304" pitchFamily="18" charset="0"/>
                <a:cs typeface="Times New Roman" panose="02020603050405020304" pitchFamily="18" charset="0"/>
              </a:rPr>
              <a:t>check against database</a:t>
            </a:r>
            <a:endParaRPr lang="en-US" altLang="en-US" sz="2800" dirty="0">
              <a:latin typeface="Times New Roman" panose="02020603050405020304" pitchFamily="18" charset="0"/>
              <a:cs typeface="Times New Roman" panose="02020603050405020304" pitchFamily="18" charset="0"/>
            </a:endParaRPr>
          </a:p>
          <a:p>
            <a:pPr eaLnBrk="1" hangingPunct="1">
              <a:buNone/>
            </a:pPr>
            <a:r>
              <a:rPr lang="en-US" altLang="en-US" sz="2800" b="1" dirty="0">
                <a:latin typeface="Times New Roman" panose="02020603050405020304" pitchFamily="18" charset="0"/>
                <a:cs typeface="Times New Roman" panose="02020603050405020304" pitchFamily="18" charset="0"/>
              </a:rPr>
              <a:t>If they’re correct {</a:t>
            </a:r>
            <a:endParaRPr lang="en-US" altLang="en-US" sz="2800" b="1" dirty="0">
              <a:latin typeface="Times New Roman" panose="02020603050405020304" pitchFamily="18" charset="0"/>
              <a:cs typeface="Times New Roman" panose="02020603050405020304" pitchFamily="18" charset="0"/>
            </a:endParaRPr>
          </a:p>
          <a:p>
            <a:pPr eaLnBrk="1" hangingPunct="1">
              <a:buNone/>
            </a:pPr>
            <a:r>
              <a:rPr lang="en-US" altLang="en-US" sz="2800" b="1" dirty="0">
                <a:latin typeface="Times New Roman" panose="02020603050405020304" pitchFamily="18" charset="0"/>
                <a:cs typeface="Times New Roman" panose="02020603050405020304" pitchFamily="18" charset="0"/>
              </a:rPr>
              <a:t>create pseudo-random session ID</a:t>
            </a:r>
            <a:endParaRPr lang="en-US" altLang="en-US" sz="2800" dirty="0">
              <a:latin typeface="Times New Roman" panose="02020603050405020304" pitchFamily="18" charset="0"/>
              <a:cs typeface="Times New Roman" panose="02020603050405020304" pitchFamily="18" charset="0"/>
            </a:endParaRPr>
          </a:p>
          <a:p>
            <a:pPr eaLnBrk="1" hangingPunct="1">
              <a:buNone/>
            </a:pPr>
            <a:r>
              <a:rPr lang="en-US" altLang="en-US" sz="2800" b="1" dirty="0">
                <a:latin typeface="Times New Roman" panose="02020603050405020304" pitchFamily="18" charset="0"/>
                <a:cs typeface="Times New Roman" panose="02020603050405020304" pitchFamily="18" charset="0"/>
              </a:rPr>
              <a:t>Store session ID on database</a:t>
            </a:r>
            <a:endParaRPr lang="en-US" altLang="en-US" sz="2800" dirty="0">
              <a:latin typeface="Times New Roman" panose="02020603050405020304" pitchFamily="18" charset="0"/>
              <a:cs typeface="Times New Roman" panose="02020603050405020304" pitchFamily="18" charset="0"/>
            </a:endParaRPr>
          </a:p>
          <a:p>
            <a:pPr eaLnBrk="1" hangingPunct="1">
              <a:buNone/>
            </a:pPr>
            <a:r>
              <a:rPr lang="en-US" altLang="en-US" sz="2800" b="1" dirty="0">
                <a:latin typeface="Times New Roman" panose="02020603050405020304" pitchFamily="18" charset="0"/>
                <a:cs typeface="Times New Roman" panose="02020603050405020304" pitchFamily="18" charset="0"/>
              </a:rPr>
              <a:t>Return session ID in cookie</a:t>
            </a:r>
            <a:endParaRPr lang="en-US" altLang="en-US" sz="2800" dirty="0">
              <a:latin typeface="Times New Roman" panose="02020603050405020304" pitchFamily="18" charset="0"/>
              <a:cs typeface="Times New Roman" panose="02020603050405020304" pitchFamily="18" charset="0"/>
            </a:endParaRPr>
          </a:p>
          <a:p>
            <a:pPr eaLnBrk="1" hangingPunct="1">
              <a:buNone/>
            </a:pPr>
            <a:r>
              <a:rPr lang="en-US" altLang="en-US" sz="2800" b="1" dirty="0">
                <a:latin typeface="Times New Roman" panose="02020603050405020304" pitchFamily="18" charset="0"/>
                <a:cs typeface="Times New Roman" panose="02020603050405020304" pitchFamily="18" charset="0"/>
              </a:rPr>
              <a:t>Cookie lasts 1 hour</a:t>
            </a:r>
            <a:endParaRPr lang="en-US" altLang="en-US" sz="2800" dirty="0">
              <a:latin typeface="Times New Roman" panose="02020603050405020304" pitchFamily="18" charset="0"/>
              <a:cs typeface="Times New Roman" panose="02020603050405020304" pitchFamily="18" charset="0"/>
            </a:endParaRPr>
          </a:p>
          <a:p>
            <a:pPr eaLnBrk="1" hangingPunct="1">
              <a:buNone/>
            </a:pPr>
            <a:r>
              <a:rPr lang="en-US" altLang="en-US" sz="2800" b="1" dirty="0">
                <a:latin typeface="Times New Roman" panose="02020603050405020304" pitchFamily="18" charset="0"/>
                <a:cs typeface="Times New Roman" panose="02020603050405020304" pitchFamily="18" charset="0"/>
              </a:rPr>
              <a:t>Session ID on database lasts 1 hour (script for removal?)</a:t>
            </a:r>
            <a:endParaRPr lang="en-US" altLang="en-US" sz="2800" dirty="0">
              <a:latin typeface="Times New Roman" panose="02020603050405020304" pitchFamily="18" charset="0"/>
              <a:cs typeface="Times New Roman" panose="02020603050405020304" pitchFamily="18" charset="0"/>
            </a:endParaRPr>
          </a:p>
          <a:p>
            <a:pPr eaLnBrk="1" hangingPunct="1">
              <a:buNone/>
            </a:pPr>
            <a:r>
              <a:rPr lang="en-US" altLang="en-US" sz="2800" b="1" dirty="0">
                <a:latin typeface="Times New Roman" panose="02020603050405020304" pitchFamily="18" charset="0"/>
                <a:cs typeface="Times New Roman" panose="02020603050405020304" pitchFamily="18" charset="0"/>
              </a:rPr>
              <a:t>End if</a:t>
            </a:r>
            <a:endParaRPr lang="en-US" altLang="en-US" sz="2800" b="1" dirty="0">
              <a:latin typeface="Times New Roman" panose="02020603050405020304" pitchFamily="18" charset="0"/>
              <a:cs typeface="Times New Roman" panose="02020603050405020304" pitchFamily="18" charset="0"/>
            </a:endParaRPr>
          </a:p>
          <a:p>
            <a:pPr eaLnBrk="1" hangingPunct="1">
              <a:buNone/>
            </a:pPr>
            <a:r>
              <a:rPr lang="en-US" altLang="en-US" sz="2800" b="1" dirty="0">
                <a:latin typeface="Times New Roman" panose="02020603050405020304" pitchFamily="18" charset="0"/>
                <a:cs typeface="Times New Roman" panose="02020603050405020304" pitchFamily="18" charset="0"/>
              </a:rPr>
              <a:t>}</a:t>
            </a:r>
            <a:endParaRPr lang="en-US" altLang="en-US" sz="2800" dirty="0">
              <a:latin typeface="Times New Roman" panose="02020603050405020304" pitchFamily="18" charset="0"/>
              <a:cs typeface="Times New Roman" panose="02020603050405020304" pitchFamily="18" charset="0"/>
            </a:endParaRPr>
          </a:p>
          <a:p>
            <a:pPr eaLnBrk="1" hangingPunct="1">
              <a:buNone/>
            </a:pPr>
            <a:r>
              <a:rPr lang="en-US" altLang="en-US" sz="2800" b="1" dirty="0">
                <a:latin typeface="Times New Roman" panose="02020603050405020304" pitchFamily="18" charset="0"/>
                <a:cs typeface="Times New Roman" panose="02020603050405020304" pitchFamily="18" charset="0"/>
              </a:rPr>
              <a:t>Else {</a:t>
            </a:r>
            <a:br>
              <a:rPr lang="en-US" altLang="en-US" sz="2800" b="1" dirty="0">
                <a:latin typeface="Times New Roman" panose="02020603050405020304" pitchFamily="18" charset="0"/>
                <a:cs typeface="Times New Roman" panose="02020603050405020304" pitchFamily="18" charset="0"/>
              </a:rPr>
            </a:br>
            <a:r>
              <a:rPr lang="en-US" altLang="en-US" sz="2800" b="1" dirty="0">
                <a:latin typeface="Times New Roman" panose="02020603050405020304" pitchFamily="18" charset="0"/>
                <a:cs typeface="Times New Roman" panose="02020603050405020304" pitchFamily="18" charset="0"/>
              </a:rPr>
              <a:t>user is not logged in,gets view privilege only checking</a:t>
            </a:r>
            <a:endParaRPr lang="en-US" altLang="en-US" sz="2800" dirty="0">
              <a:latin typeface="Times New Roman" panose="02020603050405020304" pitchFamily="18" charset="0"/>
              <a:cs typeface="Times New Roman" panose="02020603050405020304" pitchFamily="18" charset="0"/>
            </a:endParaRPr>
          </a:p>
          <a:p>
            <a:pPr eaLnBrk="1" hangingPunct="1">
              <a:buNone/>
            </a:pPr>
            <a:r>
              <a:rPr lang="en-US" altLang="en-US" sz="2800" b="1" dirty="0">
                <a:latin typeface="Times New Roman" panose="02020603050405020304" pitchFamily="18" charset="0"/>
                <a:cs typeface="Times New Roman" panose="02020603050405020304" pitchFamily="18" charset="0"/>
              </a:rPr>
              <a:t>To be done before any admin action </a:t>
            </a:r>
            <a:endParaRPr lang="en-US" altLang="en-US" sz="2800" dirty="0">
              <a:latin typeface="Times New Roman" panose="02020603050405020304" pitchFamily="18" charset="0"/>
              <a:ea typeface="Times New Roman" panose="02020603050405020304" pitchFamily="18" charset="0"/>
            </a:endParaRPr>
          </a:p>
        </p:txBody>
      </p:sp>
      <p:sp>
        <p:nvSpPr>
          <p:cNvPr id="28675"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Content Placeholder 2"/>
          <p:cNvSpPr>
            <a:spLocks noGrp="1"/>
          </p:cNvSpPr>
          <p:nvPr>
            <p:ph idx="1"/>
          </p:nvPr>
        </p:nvSpPr>
        <p:spPr>
          <a:xfrm>
            <a:off x="0" y="0"/>
            <a:ext cx="8763000" cy="6858000"/>
          </a:xfrm>
          <a:ln/>
        </p:spPr>
        <p:txBody>
          <a:bodyPr vert="horz" wrap="square" lIns="91440" tIns="45720" rIns="91440" bIns="45720" anchor="t" anchorCtr="0"/>
          <a:p>
            <a:pPr eaLnBrk="1" hangingPunct="1">
              <a:buNone/>
            </a:pPr>
            <a:r>
              <a:rPr lang="en-US" altLang="en-US" sz="2800" b="1" dirty="0">
                <a:latin typeface="Times New Roman" panose="02020603050405020304" pitchFamily="18" charset="0"/>
                <a:cs typeface="Times New Roman" panose="02020603050405020304" pitchFamily="18" charset="0"/>
              </a:rPr>
              <a:t>Read session from cookie</a:t>
            </a:r>
            <a:endParaRPr lang="en-US" altLang="en-US" sz="2800" dirty="0">
              <a:latin typeface="Times New Roman" panose="02020603050405020304" pitchFamily="18" charset="0"/>
              <a:cs typeface="Times New Roman" panose="02020603050405020304" pitchFamily="18" charset="0"/>
            </a:endParaRPr>
          </a:p>
          <a:p>
            <a:pPr eaLnBrk="1" hangingPunct="1">
              <a:buNone/>
            </a:pPr>
            <a:r>
              <a:rPr lang="en-US" altLang="en-US" sz="2800" b="1" dirty="0">
                <a:latin typeface="Times New Roman" panose="02020603050405020304" pitchFamily="18" charset="0"/>
                <a:cs typeface="Times New Roman" panose="02020603050405020304" pitchFamily="18" charset="0"/>
              </a:rPr>
              <a:t>End if</a:t>
            </a:r>
            <a:endParaRPr lang="en-US" altLang="en-US" sz="2800" b="1" dirty="0">
              <a:latin typeface="Times New Roman" panose="02020603050405020304" pitchFamily="18" charset="0"/>
              <a:cs typeface="Times New Roman" panose="02020603050405020304" pitchFamily="18" charset="0"/>
            </a:endParaRPr>
          </a:p>
          <a:p>
            <a:pPr eaLnBrk="1" hangingPunct="1">
              <a:buNone/>
            </a:pPr>
            <a:r>
              <a:rPr lang="en-US" altLang="en-US" sz="2800" b="1" dirty="0">
                <a:latin typeface="Times New Roman" panose="02020603050405020304" pitchFamily="18" charset="0"/>
                <a:cs typeface="Times New Roman" panose="02020603050405020304" pitchFamily="18" charset="0"/>
              </a:rPr>
              <a:t>}</a:t>
            </a:r>
            <a:endParaRPr lang="en-US" altLang="en-US" sz="2800" dirty="0">
              <a:latin typeface="Times New Roman" panose="02020603050405020304" pitchFamily="18" charset="0"/>
              <a:cs typeface="Times New Roman" panose="02020603050405020304" pitchFamily="18" charset="0"/>
            </a:endParaRPr>
          </a:p>
          <a:p>
            <a:pPr eaLnBrk="1" hangingPunct="1">
              <a:buNone/>
            </a:pPr>
            <a:r>
              <a:rPr lang="en-US" altLang="en-US" sz="2800" b="1" dirty="0">
                <a:latin typeface="Times New Roman" panose="02020603050405020304" pitchFamily="18" charset="0"/>
                <a:cs typeface="Times New Roman" panose="02020603050405020304" pitchFamily="18" charset="0"/>
              </a:rPr>
              <a:t>If session exists on database{</a:t>
            </a:r>
            <a:endParaRPr lang="en-US" altLang="en-US" sz="2800" b="1" dirty="0">
              <a:latin typeface="Times New Roman" panose="02020603050405020304" pitchFamily="18" charset="0"/>
              <a:cs typeface="Times New Roman" panose="02020603050405020304" pitchFamily="18" charset="0"/>
            </a:endParaRPr>
          </a:p>
          <a:p>
            <a:pPr eaLnBrk="1" hangingPunct="1">
              <a:buNone/>
            </a:pPr>
            <a:r>
              <a:rPr lang="en-US" altLang="en-US" sz="2800" b="1" dirty="0">
                <a:latin typeface="Times New Roman" panose="02020603050405020304" pitchFamily="18" charset="0"/>
                <a:cs typeface="Times New Roman" panose="02020603050405020304" pitchFamily="18" charset="0"/>
              </a:rPr>
              <a:t> user is logged in, gets admin privilege</a:t>
            </a:r>
            <a:endParaRPr lang="en-US" altLang="en-US" sz="2800" dirty="0">
              <a:latin typeface="Times New Roman" panose="02020603050405020304" pitchFamily="18" charset="0"/>
              <a:cs typeface="Times New Roman" panose="02020603050405020304" pitchFamily="18" charset="0"/>
            </a:endParaRPr>
          </a:p>
          <a:p>
            <a:pPr eaLnBrk="1" hangingPunct="1">
              <a:buNone/>
            </a:pPr>
            <a:r>
              <a:rPr lang="en-US" altLang="en-US" sz="2800" b="1" dirty="0">
                <a:latin typeface="Times New Roman" panose="02020603050405020304" pitchFamily="18" charset="0"/>
                <a:cs typeface="Times New Roman" panose="02020603050405020304" pitchFamily="18" charset="0"/>
              </a:rPr>
              <a:t>End if</a:t>
            </a:r>
            <a:endParaRPr lang="en-US" altLang="en-US" sz="2800" b="1" dirty="0">
              <a:latin typeface="Times New Roman" panose="02020603050405020304" pitchFamily="18" charset="0"/>
              <a:cs typeface="Times New Roman" panose="02020603050405020304" pitchFamily="18" charset="0"/>
            </a:endParaRPr>
          </a:p>
          <a:p>
            <a:pPr eaLnBrk="1" hangingPunct="1">
              <a:buNone/>
            </a:pPr>
            <a:r>
              <a:rPr lang="en-US" altLang="en-US" sz="2800" b="1" dirty="0">
                <a:latin typeface="Times New Roman" panose="02020603050405020304" pitchFamily="18" charset="0"/>
                <a:cs typeface="Times New Roman" panose="02020603050405020304" pitchFamily="18" charset="0"/>
              </a:rPr>
              <a:t>}</a:t>
            </a:r>
            <a:endParaRPr lang="en-US" altLang="en-US" sz="2800" dirty="0">
              <a:latin typeface="Times New Roman" panose="02020603050405020304" pitchFamily="18" charset="0"/>
              <a:cs typeface="Times New Roman" panose="02020603050405020304" pitchFamily="18" charset="0"/>
            </a:endParaRPr>
          </a:p>
          <a:p>
            <a:pPr eaLnBrk="1" hangingPunct="1">
              <a:buNone/>
            </a:pPr>
            <a:r>
              <a:rPr lang="en-US" altLang="en-US" sz="2800" b="1" dirty="0">
                <a:latin typeface="Times New Roman" panose="02020603050405020304" pitchFamily="18" charset="0"/>
                <a:cs typeface="Times New Roman" panose="02020603050405020304" pitchFamily="18" charset="0"/>
              </a:rPr>
              <a:t>Else {</a:t>
            </a:r>
            <a:endParaRPr lang="en-US" altLang="en-US" sz="2800" b="1" dirty="0">
              <a:latin typeface="Times New Roman" panose="02020603050405020304" pitchFamily="18" charset="0"/>
              <a:cs typeface="Times New Roman" panose="02020603050405020304" pitchFamily="18" charset="0"/>
            </a:endParaRPr>
          </a:p>
          <a:p>
            <a:pPr eaLnBrk="1" hangingPunct="1">
              <a:buNone/>
            </a:pPr>
            <a:r>
              <a:rPr lang="en-US" altLang="en-US" sz="2800" b="1" dirty="0">
                <a:latin typeface="Times New Roman" panose="02020603050405020304" pitchFamily="18" charset="0"/>
                <a:cs typeface="Times New Roman" panose="02020603050405020304" pitchFamily="18" charset="0"/>
              </a:rPr>
              <a:t>user is not logged in, gets view privileges only –try to delete cookie</a:t>
            </a:r>
            <a:endParaRPr lang="en-US" altLang="en-US" sz="2800" dirty="0">
              <a:latin typeface="Times New Roman" panose="02020603050405020304" pitchFamily="18" charset="0"/>
              <a:cs typeface="Times New Roman" panose="02020603050405020304" pitchFamily="18" charset="0"/>
            </a:endParaRPr>
          </a:p>
          <a:p>
            <a:pPr eaLnBrk="1" hangingPunct="1">
              <a:buNone/>
            </a:pPr>
            <a:r>
              <a:rPr lang="en-US" altLang="en-US" sz="2800" b="1" dirty="0">
                <a:latin typeface="Times New Roman" panose="02020603050405020304" pitchFamily="18" charset="0"/>
                <a:cs typeface="Times New Roman" panose="02020603050405020304" pitchFamily="18" charset="0"/>
              </a:rPr>
              <a:t>End if</a:t>
            </a:r>
            <a:endParaRPr lang="en-US" altLang="en-US" sz="2800" b="1" dirty="0">
              <a:latin typeface="Times New Roman" panose="02020603050405020304" pitchFamily="18" charset="0"/>
              <a:cs typeface="Times New Roman" panose="02020603050405020304" pitchFamily="18" charset="0"/>
            </a:endParaRPr>
          </a:p>
          <a:p>
            <a:pPr eaLnBrk="1" hangingPunct="1">
              <a:buNone/>
            </a:pPr>
            <a:r>
              <a:rPr lang="en-US" altLang="en-US" sz="2800" b="1" dirty="0">
                <a:latin typeface="Times New Roman" panose="02020603050405020304" pitchFamily="18" charset="0"/>
                <a:cs typeface="Times New Roman" panose="02020603050405020304" pitchFamily="18" charset="0"/>
              </a:rPr>
              <a:t>}</a:t>
            </a:r>
            <a:endParaRPr lang="en-US" altLang="en-US" sz="2800" dirty="0">
              <a:latin typeface="Times New Roman" panose="02020603050405020304" pitchFamily="18" charset="0"/>
              <a:cs typeface="Times New Roman" panose="02020603050405020304" pitchFamily="18" charset="0"/>
            </a:endParaRPr>
          </a:p>
          <a:p>
            <a:pPr eaLnBrk="1" hangingPunct="1">
              <a:buNone/>
            </a:pPr>
            <a:r>
              <a:rPr lang="en-US" altLang="en-US" sz="2800" b="1" dirty="0">
                <a:latin typeface="Times New Roman" panose="02020603050405020304" pitchFamily="18" charset="0"/>
                <a:cs typeface="Times New Roman" panose="02020603050405020304" pitchFamily="18" charset="0"/>
              </a:rPr>
              <a:t> END</a:t>
            </a:r>
            <a:endParaRPr lang="en-US" altLang="en-US" sz="2800" dirty="0">
              <a:latin typeface="Times New Roman" panose="02020603050405020304" pitchFamily="18" charset="0"/>
              <a:cs typeface="Times New Roman" panose="02020603050405020304" pitchFamily="18" charset="0"/>
            </a:endParaRPr>
          </a:p>
          <a:p>
            <a:pPr algn="just" eaLnBrk="1" hangingPunct="1">
              <a:buNone/>
            </a:pPr>
            <a:endParaRPr lang="en-US" altLang="en-US" sz="2800" dirty="0">
              <a:latin typeface="Times New Roman" panose="02020603050405020304" pitchFamily="18" charset="0"/>
              <a:cs typeface="Times New Roman" panose="02020603050405020304" pitchFamily="18" charset="0"/>
            </a:endParaRPr>
          </a:p>
          <a:p>
            <a:pPr eaLnBrk="1" hangingPunct="1">
              <a:buNone/>
            </a:pPr>
            <a:endParaRPr lang="en-US" altLang="en-US" sz="2800" dirty="0"/>
          </a:p>
        </p:txBody>
      </p:sp>
      <p:sp>
        <p:nvSpPr>
          <p:cNvPr id="29699"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Content Placeholder 2"/>
          <p:cNvSpPr>
            <a:spLocks noGrp="1"/>
          </p:cNvSpPr>
          <p:nvPr>
            <p:ph idx="1"/>
          </p:nvPr>
        </p:nvSpPr>
        <p:spPr>
          <a:xfrm>
            <a:off x="0" y="0"/>
            <a:ext cx="9144000" cy="6858000"/>
          </a:xfrm>
          <a:ln/>
        </p:spPr>
        <p:txBody>
          <a:bodyPr vert="horz" wrap="square" lIns="91440" tIns="45720" rIns="91440" bIns="45720" anchor="t" anchorCtr="0"/>
          <a:p>
            <a:pPr eaLnBrk="1" hangingPunct="1">
              <a:buFont typeface="Wingdings" panose="05000000000000000000" pitchFamily="2" charset="2"/>
              <a:buChar char="Ø"/>
            </a:pPr>
            <a:r>
              <a:rPr lang="en-US" altLang="en-US" b="1" i="1" dirty="0">
                <a:solidFill>
                  <a:srgbClr val="FF0000"/>
                </a:solidFill>
                <a:latin typeface="Times New Roman" panose="02020603050405020304" pitchFamily="18" charset="0"/>
                <a:cs typeface="Times New Roman" panose="02020603050405020304" pitchFamily="18" charset="0"/>
              </a:rPr>
              <a:t>PSEUDO CODE FOR LOGOUT</a:t>
            </a:r>
            <a:endParaRPr lang="en-US" altLang="en-US" i="1" dirty="0">
              <a:solidFill>
                <a:srgbClr val="FF0000"/>
              </a:solidFill>
              <a:latin typeface="Times New Roman" panose="02020603050405020304" pitchFamily="18" charset="0"/>
              <a:cs typeface="Times New Roman" panose="02020603050405020304" pitchFamily="18" charset="0"/>
            </a:endParaRPr>
          </a:p>
          <a:p>
            <a:pPr eaLnBrk="1" hangingPunct="1">
              <a:buNone/>
            </a:pPr>
            <a:r>
              <a:rPr lang="en-US" altLang="en-US" b="1" dirty="0">
                <a:latin typeface="Times New Roman" panose="02020603050405020304" pitchFamily="18" charset="0"/>
                <a:cs typeface="Times New Roman" panose="02020603050405020304" pitchFamily="18" charset="0"/>
              </a:rPr>
              <a:t>Step</a:t>
            </a:r>
            <a:endParaRPr lang="en-US" altLang="en-US" dirty="0">
              <a:latin typeface="Times New Roman" panose="02020603050405020304" pitchFamily="18" charset="0"/>
              <a:cs typeface="Times New Roman" panose="02020603050405020304" pitchFamily="18" charset="0"/>
            </a:endParaRPr>
          </a:p>
          <a:p>
            <a:pPr eaLnBrk="1" hangingPunct="1">
              <a:buNone/>
            </a:pPr>
            <a:r>
              <a:rPr lang="en-US" altLang="en-US" b="1" dirty="0">
                <a:latin typeface="Times New Roman" panose="02020603050405020304" pitchFamily="18" charset="0"/>
                <a:cs typeface="Times New Roman" panose="02020603050405020304" pitchFamily="18" charset="0"/>
              </a:rPr>
              <a:t>Method name =logout</a:t>
            </a:r>
            <a:endParaRPr lang="en-US" altLang="en-US" dirty="0">
              <a:latin typeface="Times New Roman" panose="02020603050405020304" pitchFamily="18" charset="0"/>
              <a:cs typeface="Times New Roman" panose="02020603050405020304" pitchFamily="18" charset="0"/>
            </a:endParaRPr>
          </a:p>
          <a:p>
            <a:pPr eaLnBrk="1" hangingPunct="1">
              <a:buNone/>
            </a:pPr>
            <a:r>
              <a:rPr lang="en-US" altLang="en-US" b="1" dirty="0">
                <a:latin typeface="Times New Roman" panose="02020603050405020304" pitchFamily="18" charset="0"/>
                <a:cs typeface="Times New Roman" panose="02020603050405020304" pitchFamily="18" charset="0"/>
              </a:rPr>
              <a:t>Begin </a:t>
            </a:r>
            <a:endParaRPr lang="en-US" altLang="en-US" dirty="0">
              <a:latin typeface="Times New Roman" panose="02020603050405020304" pitchFamily="18" charset="0"/>
              <a:cs typeface="Times New Roman" panose="02020603050405020304" pitchFamily="18" charset="0"/>
            </a:endParaRPr>
          </a:p>
          <a:p>
            <a:pPr eaLnBrk="1" hangingPunct="1">
              <a:buNone/>
            </a:pPr>
            <a:r>
              <a:rPr lang="en-US" altLang="en-US" b="1" dirty="0">
                <a:latin typeface="Times New Roman" panose="02020603050405020304" pitchFamily="18" charset="0"/>
                <a:cs typeface="Times New Roman" panose="02020603050405020304" pitchFamily="18" charset="0"/>
              </a:rPr>
              <a:t>Variables: - session ID, cookie</a:t>
            </a:r>
            <a:endParaRPr lang="en-US" altLang="en-US" dirty="0">
              <a:latin typeface="Times New Roman" panose="02020603050405020304" pitchFamily="18" charset="0"/>
              <a:cs typeface="Times New Roman" panose="02020603050405020304" pitchFamily="18" charset="0"/>
            </a:endParaRPr>
          </a:p>
          <a:p>
            <a:pPr eaLnBrk="1" hangingPunct="1">
              <a:buNone/>
            </a:pPr>
            <a:r>
              <a:rPr lang="en-US" altLang="en-US" b="1" dirty="0">
                <a:latin typeface="Times New Roman" panose="02020603050405020304" pitchFamily="18" charset="0"/>
                <a:cs typeface="Times New Roman" panose="02020603050405020304" pitchFamily="18" charset="0"/>
              </a:rPr>
              <a:t>Delete database session</a:t>
            </a:r>
            <a:endParaRPr lang="en-US" altLang="en-US" dirty="0">
              <a:latin typeface="Times New Roman" panose="02020603050405020304" pitchFamily="18" charset="0"/>
              <a:cs typeface="Times New Roman" panose="02020603050405020304" pitchFamily="18" charset="0"/>
            </a:endParaRPr>
          </a:p>
          <a:p>
            <a:pPr eaLnBrk="1" hangingPunct="1">
              <a:buNone/>
            </a:pPr>
            <a:r>
              <a:rPr lang="en-US" altLang="en-US" b="1" dirty="0">
                <a:latin typeface="Times New Roman" panose="02020603050405020304" pitchFamily="18" charset="0"/>
                <a:cs typeface="Times New Roman" panose="02020603050405020304" pitchFamily="18" charset="0"/>
              </a:rPr>
              <a:t>Try to delete cookie</a:t>
            </a:r>
            <a:endParaRPr lang="en-US" altLang="en-US" dirty="0">
              <a:latin typeface="Times New Roman" panose="02020603050405020304" pitchFamily="18" charset="0"/>
              <a:cs typeface="Times New Roman" panose="02020603050405020304" pitchFamily="18" charset="0"/>
            </a:endParaRPr>
          </a:p>
          <a:p>
            <a:pPr eaLnBrk="1" hangingPunct="1">
              <a:buNone/>
            </a:pPr>
            <a:r>
              <a:rPr lang="en-US" altLang="en-US" b="1" dirty="0">
                <a:latin typeface="Times New Roman" panose="02020603050405020304" pitchFamily="18" charset="0"/>
                <a:cs typeface="Times New Roman" panose="02020603050405020304" pitchFamily="18" charset="0"/>
              </a:rPr>
              <a:t>End</a:t>
            </a:r>
            <a:endParaRPr lang="en-US" altLang="en-US" dirty="0">
              <a:latin typeface="Times New Roman" panose="02020603050405020304" pitchFamily="18" charset="0"/>
              <a:cs typeface="Times New Roman" panose="02020603050405020304" pitchFamily="18" charset="0"/>
            </a:endParaRPr>
          </a:p>
          <a:p>
            <a:pPr eaLnBrk="1" hangingPunct="1">
              <a:buNone/>
            </a:pPr>
            <a:endParaRPr lang="en-US" altLang="en-US" dirty="0">
              <a:latin typeface="Times New Roman" panose="02020603050405020304" pitchFamily="18" charset="0"/>
              <a:ea typeface="Times New Roman" panose="02020603050405020304" pitchFamily="18" charset="0"/>
            </a:endParaRPr>
          </a:p>
        </p:txBody>
      </p:sp>
      <p:sp>
        <p:nvSpPr>
          <p:cNvPr id="30723" name="Slide Number Placeholder 1"/>
          <p:cNvSpPr txBox="1">
            <a:spLocks noGrp="1"/>
          </p:cNvSpPr>
          <p:nvPr>
            <p:ph type="sldNum" sz="quarter" idx="12"/>
          </p:nvPr>
        </p:nvSpPr>
        <p:spPr>
          <a:noFill/>
          <a:ln>
            <a:noFill/>
          </a:ln>
        </p:spPr>
        <p:txBody>
          <a:bodyPr anchor="ctr" anchorCtr="0"/>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fld>
            <a:endParaRPr lang="en-US" altLang="en-US" sz="1200" dirty="0">
              <a:solidFill>
                <a:srgbClr val="898989"/>
              </a:solidFill>
              <a:ea typeface="Arial" panose="020B0604020202020204" pitchFamily="34" charset="0"/>
              <a:cs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283845"/>
            <a:ext cx="8229600" cy="5842635"/>
          </a:xfrm>
        </p:spPr>
        <p:txBody>
          <a:bodyPr/>
          <a:p>
            <a:r>
              <a:rPr lang="en-US" strike="sngStrike"/>
              <a:t>activity diagram</a:t>
            </a:r>
            <a:endParaRPr lang="en-US" strike="sngStrike"/>
          </a:p>
          <a:p>
            <a:r>
              <a:rPr lang="en-US" strike="sngStrike"/>
              <a:t>state diagram</a:t>
            </a:r>
            <a:endParaRPr lang="en-US" strike="sngStrike"/>
          </a:p>
          <a:p>
            <a:r>
              <a:rPr lang="en-US" strike="sngStrike"/>
              <a:t>component diagram</a:t>
            </a:r>
            <a:endParaRPr lang="en-US" strike="sngStrike"/>
          </a:p>
          <a:p>
            <a:r>
              <a:rPr lang="en-US"/>
              <a:t>ui</a:t>
            </a:r>
            <a:endParaRPr lang="en-US"/>
          </a:p>
          <a:p>
            <a:r>
              <a:rPr lang="en-US"/>
              <a:t>cover and table of contents</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6537</Words>
  <Application>WPS Presentation</Application>
  <PresentationFormat>On-screen Show (4:3)</PresentationFormat>
  <Paragraphs>247</Paragraphs>
  <Slides>27</Slides>
  <Notes>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27</vt:i4>
      </vt:variant>
    </vt:vector>
  </HeadingPairs>
  <TitlesOfParts>
    <vt:vector size="37" baseType="lpstr">
      <vt:lpstr>Arial</vt:lpstr>
      <vt:lpstr>SimSun</vt:lpstr>
      <vt:lpstr>Wingdings</vt:lpstr>
      <vt:lpstr>Calibri</vt:lpstr>
      <vt:lpstr>Times New Roman</vt:lpstr>
      <vt:lpstr>Microsoft YaHei</vt:lpstr>
      <vt:lpstr>Noto Sans CJK SC</vt:lpstr>
      <vt:lpstr>Arial Unicode MS</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eyu</cp:lastModifiedBy>
  <cp:revision>69</cp:revision>
  <dcterms:created xsi:type="dcterms:W3CDTF">2025-06-10T18:37:58Z</dcterms:created>
  <dcterms:modified xsi:type="dcterms:W3CDTF">2025-06-10T18:37:58Z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42A7ED754EB6A28FAD6F4868BFF50BF1_42</vt:lpwstr>
  </property>
  <property fmtid="{D5CDD505-2E9C-101B-9397-08002B2CF9AE}" pid="3" name="KSOProductBuildVer">
    <vt:lpwstr>1033-12.1.0.17900</vt:lpwstr>
  </property>
</Properties>
</file>